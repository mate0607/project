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64486D-2018-9886-65BD-21CC778F9374}" v="32" dt="2026-03-06T10:22:52.5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C76C70-8DCA-4264-85E3-EA4F3A88CB02}" type="datetimeFigureOut">
              <a:t>2026. 03. 06.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0BA958-81D3-4B69-A560-3B908400041A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431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B6D4"/>
                </a:solidFill>
              </a:rPr>
              <a:t>Autonex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F9FF"/>
                </a:solidFill>
              </a:rPr>
              <a:t>Laravel alapú autószerviz és ügyfélkezelő webalkalmazás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Projekt áttekintés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Laravel alapú webalkalmazás autószervizek számára, amely átfogó digitális megoldást nyújt a hagyományos papíralapú folyamatok helyett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Központi platform autók, hibajegyek és szerviz időpontok kezelésére, valamint felhasználói és admin funkciók elkülönített biztosítására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Modern technológiai stack használata: PHP Laravel backend, Blade frontend, MySQL adatbázis és Eloquent ORM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Üzleti probléma és megoldás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Hagyományos autószervizek problémái: telefonos egyeztetés, papíralapú nyilvántartás, széttagolt adatkezelés és nehezen követhető státuszok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Digitális megoldás: egységes adatmodell, strukturált folyamatok, transzparens állapotkövetés és központi adminisztrációs lehetőség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Üzleti értékteremtés: jobb ügyfélélmény, hatékonyabb munkaszervezés, csökkentett hibalehetőség és növelt átláthatóság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Fő funkciók - Felhasználói oldal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Autókezelés: saját járművek létrehozása, módosítása és törlése, részletes autóadatok tárolása és kezelése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Hibajegykezelés: autóhoz kötött hibák felvitele, nyomon követése és státusz-monitorozás, strukturált problémaleírás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Időpontfoglalás: szerviz időpontok létrehozása saját autókhoz, foglalási státusz követése és következő időpont információk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Fő funkciók - Admin oldal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Rendszerszintű adminisztráció: összes felhasználói funkció elérése plus központi menedzsment eszközök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Időpontok teljes kezelése: foglalások szerkesztése, státuszváltás, ütközéskezelés és kapacitástervezés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Értékesítési modul: autók adásvételének rögzítése, eladási adatok kezelése és CRM funkcionalitás alapjai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Szerepkörök és jogosultságkezelés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Felhasználó (user): saját autók és hibák kezelése, időpontfoglalás, értékesítések megtekintése, személyre szabott dashboard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Adminisztrátor: teljes rendszer hozzáférés, admin dashboard, időpontok adminisztrációja, eladások kezelése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Biztonsági megközelítés: jogosultság-alapú hozzáférés, adatvédelmi szabályok betartása, auditálható műveletek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Időpont státuszok és folyamatkezelés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Státusz életciklus: pending → confirmed → in_progress → completed, valamint cancelled státusz a törölésekhez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Üzleti szabályok: azonos időpontra csak egy confirmed foglalás engedélyezett, ütközésvédelem beépített logikával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Operatív támogatás: naprakész státusz információk, munkaszervezés támogatása és visszakövetkező adatok riportáláshoz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Technológiai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Backend technológiák: PHP Laravel framework, Eloquent ORM adatkezeléshez, Laravel Auth hitelesítési rendszer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Frontend megoldások: Blade template engine, modern CSS styling, Vite build eszköz integrációval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Adatkezelés: MySQL relációs adatbázis, migrációalapú sémaváltozások, soft delete adatvédelmi funkcióval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Adatmodell - Főbb entitások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Felhasználói entitások: User (szerepkör kezeléssel), Car (járműadatok), Issue (hibajegyek autókhoz kötve)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Folyamat entitások: Appointment (időpontok státuszkezeléssel), Sale (értékesítési adatok), Message (kommunikációs rekordok)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Relációs kapcsolatok: one-to-many és many-to-many kapcsolatok, idegen kulcsokkal biztosított adatintegritás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Dashboard funkcionalitás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Felhasználói dashboard: személyes statisztikák (autók, időpontok, hibák száma), következő időpont kijelzése, gyors hozzáférés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Admin dashboard: rendszerszintű mérőszámok, mai időpontok áttekintése, függő és megerősített foglalások statisztikái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Üzleti értékteremtés: azonnali helyzetképet nyújt, támogatja a döntéshozatalt és javítja a felhasználói élményt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Projekt struktúra - Szervezés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Controllers mappa: dashboard, autó, hibák, időpontok és admin vezérlők logikus csoportosítással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Models és database: Eloquent modellek relációkkal, migrációs fájlok és seed adatok rendezett struktúrában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Views és routing: Blade nézetek komponens alapú felépítéssel, web.php-ban middleware csoportokkal szervezett útvonalak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Biztonsági megoldások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Hitelesítés és jogosultságok: Laravel Auth integráció, role-based access control, middleware védelem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Adatvédelem: felhasználók csak saját adataikhoz férnek hozzá, admin jogosultságok elkülönítése, audit trail lehetőség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Adatintegritás: validációs szabályok, soft delete funkció, foreign key constraints és tranzakció kezelés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Telepítés és konfiguráció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Függőségkezelés: Composer backend csomagokhoz, NPM frontend eszközökhöz, környezeti változók .env fájlban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Adatbázis setup: migrációs rendszer automatikus séma felépítéshez, seeders tesztadatok és admin felhasználó létrehozásához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Development workflow: Laravel Artisan parancsok, Vite dev server, hot reload és build folyamatok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Alapértelmezett admin hozzáférés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Seeder által létrehozott admin account: email admin@admin.com, jelszó admin123 fejlesztési környezethez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Teljes rendszer hozzáférés: összes modul elérése, admin dashboard használata, rendszerbeállítások kezelése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Biztonsági figyelmeztetés: production környezetben kötelező a jelszó megváltoztatása és erős hitelesítés beállítása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Fejlesztési környezet és eszközök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Laravel fejlesztői eszközök: Artisan CLI, Tinker REPL, debug bar és fejlesztői middleware-ek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Frontend build folyamat: Vite bundler, hot module replacement, CSS és JavaScript optimalizálás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Hasznos parancsok: cache:clear, config:clear, route:list az átlátható fejlesztéshez és hibaelhárításhoz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Adatbázis kompatibilitás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MySQL optimalizáció: elsődleges célplatform, teljes funkcionalitás támogatása, production környezetre ajánlott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SQLite limitációk: fejlesztési teszteléshez használható, de egyes migrációk szintaktikai problémákat okozhatnak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Ajánlás: MySQL használata minden környezetben a konzisztencia és stabilitás biztosítása érdekében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Soft Delete funkcionalitás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Adatmegőrzés: törölt rekordok nem tűnnek el véglegesen, deleted_at timestamp alapú jelölési rendszer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Üzleti előny: téves törlések visszaállíthatók, audit trail megőrzése, adatvesztés kockázatának minimalizálása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Technikai implementáció: Eloquent SoftDeletes trait használata, automatikus szűrés aktív rekordokra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Validációs szabályok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Form validáció: kötelező mezők ellenőrzése, adattípus validáció, egyedi mezők (email) duplikáció védelme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Üzleti szabályok: saját autókhoz korlátozott hozzáférés, időpont ütközések elkerülése, státusz konzisztencia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Felhasználói élmény: azonnali hibüzenet visszajelzés, űrlap adatok megőrzése hiba esetén, világos hibaüzenetek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Middleware és Route védelem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Authentication middleware: bejelentkezést igénylő útvonalak védelme, automatikus átirányítás login oldalra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Authorization middleware: admin jogosultság ellenőrzése, szerepkör-alapú hozzáférés vezérlés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Route groupok: logikai csoportosítás middleware alkalmazásával, kód tisztaság és karbantarthatóság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Eloquent kapcsolatok és lekérdezések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One-to-Many kapcsolatok: User-Car, Car-Issue, Car-Appointment relációk foreign key constraints-ekkel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Eager Loading: kapcsolódó adatok előzetes betöltése N+1 query probléma elkerülésére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Scoped lekérdezések: felhasználó-specifikus adatok szűrése, admin vs user nézetek elkülönítése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Frontend megközelítés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Blade templating: szerveroldali renderelés, komponens alapú nézetek, template öröklés és section rendszer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Modern CSS: reszponzív design, mobile-first megközelítés, clean és intuitív felhasználói interfész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JavaScript integráció: Vite build eszköz, moduláris JS szervezés, modern ES6+ szintaktika támogatása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Hibaelhárítás és troubleshooting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Laravel Debug Bar: lekérdezés monitoring, teljesítmény mérés, memória használat és route információk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Log fájlok: storage/logs könyvtárban részletes alkalmazás naplók, hibák és warning üzenetek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Common issues: cache problémák megoldása, permission hibák, adatbázis kapcsolat troubleshooting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Teljesítmény optimalizáció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Database indexing: gyakran használt oszlopokra indexek, foreign key oszlopok automatikus indexelése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Query optimalizáció: Eager Loading használata, N+1 probléma elkerülése, batch műveletek large dataset-ekhez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Caching stratégia: config cache, route cache, view cache production környezetben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Tesztelési lehetőségek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Unit testing: model logika tesztelése, business rules validáció, helper függvények ellenőrzése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Feature testing: HTTP endpoint-ok tesztelése, authentication flow, admin vs user jogosultságok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Database testing: seeders és factories használata, transaction rollback test isolation-höz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Bővítési lehetőségek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API fejlesztés: RESTful API endpoint-ok mobil alkalmazásokhoz, third-party integrációkhoz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Notification rendszer: email és SMS értesítések időpontokról, státusz változásokról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Reporting modul: részletes jelentések, PDF export, analytics dashboard kiterjesztett metrikákkal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Deployment és production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Server követelmények: PHP 8.0+, MySQL 5.7+, Composer és NPM telepítése szükséges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Production checklist: .env konfigurálás, database migration, asset build, permissions beállítása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Security hardening: HTTPS használat, strong passwords, regular updates, backup stratégia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Projekt értékelés - Előnyök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Üzleti haszon: digitalizált folyamatok, javított ügyfélélmény, központosított adatkezelés és hatékonyabb működés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Technikai előnyök: modern framework, skálázható architektúra, karbantartható kód és jól dokumentált fejlesztés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Felhasználói érték: intuitív interfész, átlátható információk, egyszerű kezelés és megbízható működés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Tanulságok és továbbfejlesztés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Fejlesztési tapasztalatok: Laravel ecosystem előnyei, MVC pattern hatékonysága, community support fontossága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Azonosított fejlesztési területek: mobil app támogatás, advanced reporting, integration capabilities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Következő lépések: user feedback gyűjtés, performance monitoring, feature prioritás meghatározása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</a:rPr>
              <a:t>Összefoglalás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Sikeres implementáció: teljes funkcionalitású autószerviz menedzsment rendszer Laravel technológiával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Üzleti érték: digitális transzformáció támogatása, folyamatoptimalizálás és ügyfélélmény javítása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0F9FF"/>
                </a:solidFill>
              </a:rPr>
              <a:t>• Technikai siker: modern architektúra, biztonsági standardok betartása, bővíthetőség és maintainability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06B6D4"/>
                </a:solidFill>
              </a:rPr>
              <a:t>Köszönjük</a:t>
            </a:r>
            <a:r>
              <a:rPr lang="en-US" sz="3200" b="1" dirty="0">
                <a:solidFill>
                  <a:srgbClr val="06B6D4"/>
                </a:solidFill>
              </a:rPr>
              <a:t> a </a:t>
            </a:r>
            <a:r>
              <a:rPr lang="en-US" sz="3200" b="1" dirty="0" err="1">
                <a:solidFill>
                  <a:srgbClr val="06B6D4"/>
                </a:solidFill>
              </a:rPr>
              <a:t>figyelmet</a:t>
            </a:r>
            <a:r>
              <a:rPr lang="en-US" sz="3200" b="1" dirty="0">
                <a:solidFill>
                  <a:srgbClr val="06B6D4"/>
                </a:solidFill>
              </a:rPr>
              <a:t>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F9FF"/>
                </a:solidFill>
              </a:rPr>
              <a:t>Kérdések és megbeszélés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30</Slides>
  <Notes>30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30</vt:i4>
      </vt:variant>
    </vt:vector>
  </HeadingPairs>
  <TitlesOfParts>
    <vt:vector size="31" baseType="lpstr"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SlideAI</dc:creator>
  <cp:lastModifiedBy>SlideAI</cp:lastModifiedBy>
  <cp:revision>15</cp:revision>
  <dcterms:created xsi:type="dcterms:W3CDTF">2026-03-06T10:18:53Z</dcterms:created>
  <dcterms:modified xsi:type="dcterms:W3CDTF">2026-03-06T10:50:43Z</dcterms:modified>
</cp:coreProperties>
</file>