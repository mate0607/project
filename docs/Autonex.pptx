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732" r:id="rId3"/>
    <p:sldMasterId id="2147483744" r:id="rId4"/>
    <p:sldMasterId id="2147483780" r:id="rId5"/>
  </p:sldMasterIdLst>
  <p:notesMasterIdLst>
    <p:notesMasterId r:id="rId29"/>
  </p:notesMasterIdLst>
  <p:sldIdLst>
    <p:sldId id="260" r:id="rId6"/>
    <p:sldId id="259" r:id="rId7"/>
    <p:sldId id="262" r:id="rId8"/>
    <p:sldId id="281" r:id="rId9"/>
    <p:sldId id="261" r:id="rId10"/>
    <p:sldId id="282" r:id="rId11"/>
    <p:sldId id="263" r:id="rId12"/>
    <p:sldId id="283" r:id="rId13"/>
    <p:sldId id="264" r:id="rId14"/>
    <p:sldId id="265" r:id="rId15"/>
    <p:sldId id="279" r:id="rId16"/>
    <p:sldId id="280" r:id="rId17"/>
    <p:sldId id="266" r:id="rId18"/>
    <p:sldId id="268" r:id="rId19"/>
    <p:sldId id="269" r:id="rId20"/>
    <p:sldId id="274" r:id="rId21"/>
    <p:sldId id="276" r:id="rId22"/>
    <p:sldId id="275" r:id="rId23"/>
    <p:sldId id="277" r:id="rId24"/>
    <p:sldId id="270" r:id="rId25"/>
    <p:sldId id="271" r:id="rId26"/>
    <p:sldId id="272" r:id="rId27"/>
    <p:sldId id="278" r:id="rId2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5F"/>
    <a:srgbClr val="0F0A30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áté Szabó" userId="2f03df7a9cf565c0" providerId="LiveId" clId="{DEE2C60F-B09D-490D-A62E-34A866CB8C73}"/>
    <pc:docChg chg="undo custSel addSld delSld modSld sldOrd">
      <pc:chgData name="Máté Szabó" userId="2f03df7a9cf565c0" providerId="LiveId" clId="{DEE2C60F-B09D-490D-A62E-34A866CB8C73}" dt="2026-04-21T09:17:35.964" v="4603"/>
      <pc:docMkLst>
        <pc:docMk/>
      </pc:docMkLst>
      <pc:sldChg chg="modSp add mod">
        <pc:chgData name="Máté Szabó" userId="2f03df7a9cf565c0" providerId="LiveId" clId="{DEE2C60F-B09D-490D-A62E-34A866CB8C73}" dt="2026-04-15T21:40:04.657" v="3621" actId="207"/>
        <pc:sldMkLst>
          <pc:docMk/>
          <pc:sldMk cId="861508357" sldId="259"/>
        </pc:sldMkLst>
        <pc:spChg chg="mod">
          <ac:chgData name="Máté Szabó" userId="2f03df7a9cf565c0" providerId="LiveId" clId="{DEE2C60F-B09D-490D-A62E-34A866CB8C73}" dt="2026-04-15T21:40:04.657" v="3621" actId="207"/>
          <ac:spMkLst>
            <pc:docMk/>
            <pc:sldMk cId="861508357" sldId="259"/>
            <ac:spMk id="4" creationId="{42E17682-50D7-8C1B-DB05-D245BEFA1882}"/>
          </ac:spMkLst>
        </pc:spChg>
        <pc:spChg chg="mod">
          <ac:chgData name="Máté Szabó" userId="2f03df7a9cf565c0" providerId="LiveId" clId="{DEE2C60F-B09D-490D-A62E-34A866CB8C73}" dt="2026-04-15T21:40:04.657" v="3621" actId="207"/>
          <ac:spMkLst>
            <pc:docMk/>
            <pc:sldMk cId="861508357" sldId="259"/>
            <ac:spMk id="10" creationId="{99D49943-C97C-12C1-B47B-4BE2BB0B8D38}"/>
          </ac:spMkLst>
        </pc:spChg>
        <pc:spChg chg="mod">
          <ac:chgData name="Máté Szabó" userId="2f03df7a9cf565c0" providerId="LiveId" clId="{DEE2C60F-B09D-490D-A62E-34A866CB8C73}" dt="2026-04-15T21:40:04.657" v="3621" actId="207"/>
          <ac:spMkLst>
            <pc:docMk/>
            <pc:sldMk cId="861508357" sldId="259"/>
            <ac:spMk id="14" creationId="{CDAC2FC8-FF38-D9DB-EA44-74C5EF0780C7}"/>
          </ac:spMkLst>
        </pc:spChg>
        <pc:spChg chg="mod">
          <ac:chgData name="Máté Szabó" userId="2f03df7a9cf565c0" providerId="LiveId" clId="{DEE2C60F-B09D-490D-A62E-34A866CB8C73}" dt="2026-04-15T21:40:04.657" v="3621" actId="207"/>
          <ac:spMkLst>
            <pc:docMk/>
            <pc:sldMk cId="861508357" sldId="259"/>
            <ac:spMk id="24" creationId="{2510562C-0247-D1B2-B6A4-D40F9D0BE8C5}"/>
          </ac:spMkLst>
        </pc:spChg>
        <pc:spChg chg="mod">
          <ac:chgData name="Máté Szabó" userId="2f03df7a9cf565c0" providerId="LiveId" clId="{DEE2C60F-B09D-490D-A62E-34A866CB8C73}" dt="2026-04-15T21:40:04.657" v="3621" actId="207"/>
          <ac:spMkLst>
            <pc:docMk/>
            <pc:sldMk cId="861508357" sldId="259"/>
            <ac:spMk id="25" creationId="{298B5FEA-B85B-1BA2-031E-C6B16DD30FCF}"/>
          </ac:spMkLst>
        </pc:spChg>
        <pc:spChg chg="mod">
          <ac:chgData name="Máté Szabó" userId="2f03df7a9cf565c0" providerId="LiveId" clId="{DEE2C60F-B09D-490D-A62E-34A866CB8C73}" dt="2026-04-14T14:34:53.792" v="72" actId="14100"/>
          <ac:spMkLst>
            <pc:docMk/>
            <pc:sldMk cId="861508357" sldId="259"/>
            <ac:spMk id="37" creationId="{8F5EEAB8-BC1D-E5C7-5F80-87A6428A41A1}"/>
          </ac:spMkLst>
        </pc:spChg>
        <pc:grpChg chg="mod">
          <ac:chgData name="Máté Szabó" userId="2f03df7a9cf565c0" providerId="LiveId" clId="{DEE2C60F-B09D-490D-A62E-34A866CB8C73}" dt="2026-04-15T21:40:04.657" v="3621" actId="207"/>
          <ac:grpSpMkLst>
            <pc:docMk/>
            <pc:sldMk cId="861508357" sldId="259"/>
            <ac:grpSpMk id="17" creationId="{A85C5533-16A7-2DC5-17A5-2DA33D00CA88}"/>
          </ac:grpSpMkLst>
        </pc:grpChg>
        <pc:grpChg chg="mod">
          <ac:chgData name="Máté Szabó" userId="2f03df7a9cf565c0" providerId="LiveId" clId="{DEE2C60F-B09D-490D-A62E-34A866CB8C73}" dt="2026-04-15T21:40:04.657" v="3621" actId="207"/>
          <ac:grpSpMkLst>
            <pc:docMk/>
            <pc:sldMk cId="861508357" sldId="259"/>
            <ac:grpSpMk id="40" creationId="{AE27E3E7-A891-909D-1694-DF17304F4003}"/>
          </ac:grpSpMkLst>
        </pc:grpChg>
      </pc:sldChg>
      <pc:sldChg chg="addSp modSp add mod ord modTransition">
        <pc:chgData name="Máté Szabó" userId="2f03df7a9cf565c0" providerId="LiveId" clId="{DEE2C60F-B09D-490D-A62E-34A866CB8C73}" dt="2026-04-15T21:39:57.408" v="3620" actId="207"/>
        <pc:sldMkLst>
          <pc:docMk/>
          <pc:sldMk cId="1403516584" sldId="260"/>
        </pc:sldMkLst>
        <pc:spChg chg="add mod">
          <ac:chgData name="Máté Szabó" userId="2f03df7a9cf565c0" providerId="LiveId" clId="{DEE2C60F-B09D-490D-A62E-34A866CB8C73}" dt="2026-04-14T14:35:41.010" v="83"/>
          <ac:spMkLst>
            <pc:docMk/>
            <pc:sldMk cId="1403516584" sldId="260"/>
            <ac:spMk id="2" creationId="{092D481D-7571-0EBA-350E-BC9FA60FCB53}"/>
          </ac:spMkLst>
        </pc:spChg>
        <pc:spChg chg="add mod">
          <ac:chgData name="Máté Szabó" userId="2f03df7a9cf565c0" providerId="LiveId" clId="{DEE2C60F-B09D-490D-A62E-34A866CB8C73}" dt="2026-04-14T14:35:46.410" v="84"/>
          <ac:spMkLst>
            <pc:docMk/>
            <pc:sldMk cId="1403516584" sldId="260"/>
            <ac:spMk id="3" creationId="{89908913-A5CE-CA07-044C-E225C18D93CC}"/>
          </ac:spMkLst>
        </pc:spChg>
        <pc:spChg chg="mod">
          <ac:chgData name="Máté Szabó" userId="2f03df7a9cf565c0" providerId="LiveId" clId="{DEE2C60F-B09D-490D-A62E-34A866CB8C73}" dt="2026-04-15T21:39:57.408" v="3620" actId="207"/>
          <ac:spMkLst>
            <pc:docMk/>
            <pc:sldMk cId="1403516584" sldId="260"/>
            <ac:spMk id="4" creationId="{0AE84C4E-0777-3D48-BCE5-F9BC5C773BA2}"/>
          </ac:spMkLst>
        </pc:spChg>
        <pc:spChg chg="mod">
          <ac:chgData name="Máté Szabó" userId="2f03df7a9cf565c0" providerId="LiveId" clId="{DEE2C60F-B09D-490D-A62E-34A866CB8C73}" dt="2026-04-14T14:35:19.152" v="79" actId="1076"/>
          <ac:spMkLst>
            <pc:docMk/>
            <pc:sldMk cId="1403516584" sldId="260"/>
            <ac:spMk id="5" creationId="{D9722DBA-3D30-9D0C-2D95-9D7A9B2F7785}"/>
          </ac:spMkLst>
        </pc:spChg>
        <pc:spChg chg="mod">
          <ac:chgData name="Máté Szabó" userId="2f03df7a9cf565c0" providerId="LiveId" clId="{DEE2C60F-B09D-490D-A62E-34A866CB8C73}" dt="2026-04-15T21:39:57.408" v="3620" actId="207"/>
          <ac:spMkLst>
            <pc:docMk/>
            <pc:sldMk cId="1403516584" sldId="260"/>
            <ac:spMk id="10" creationId="{AD860513-DFC1-61C0-B778-D5BC8438749B}"/>
          </ac:spMkLst>
        </pc:spChg>
        <pc:spChg chg="mod">
          <ac:chgData name="Máté Szabó" userId="2f03df7a9cf565c0" providerId="LiveId" clId="{DEE2C60F-B09D-490D-A62E-34A866CB8C73}" dt="2026-04-15T21:39:57.408" v="3620" actId="207"/>
          <ac:spMkLst>
            <pc:docMk/>
            <pc:sldMk cId="1403516584" sldId="260"/>
            <ac:spMk id="14" creationId="{AF2A30A1-1BE0-6265-4AD1-66A09454E7F1}"/>
          </ac:spMkLst>
        </pc:spChg>
        <pc:spChg chg="mod">
          <ac:chgData name="Máté Szabó" userId="2f03df7a9cf565c0" providerId="LiveId" clId="{DEE2C60F-B09D-490D-A62E-34A866CB8C73}" dt="2026-04-15T21:39:57.408" v="3620" actId="207"/>
          <ac:spMkLst>
            <pc:docMk/>
            <pc:sldMk cId="1403516584" sldId="260"/>
            <ac:spMk id="24" creationId="{06C894FA-8F79-C54C-6B36-E9EE94117902}"/>
          </ac:spMkLst>
        </pc:spChg>
        <pc:spChg chg="mod">
          <ac:chgData name="Máté Szabó" userId="2f03df7a9cf565c0" providerId="LiveId" clId="{DEE2C60F-B09D-490D-A62E-34A866CB8C73}" dt="2026-04-15T21:39:57.408" v="3620" actId="207"/>
          <ac:spMkLst>
            <pc:docMk/>
            <pc:sldMk cId="1403516584" sldId="260"/>
            <ac:spMk id="25" creationId="{32BADF33-4A3A-B7C5-1F41-BAD768FFDA1B}"/>
          </ac:spMkLst>
        </pc:spChg>
        <pc:grpChg chg="mod">
          <ac:chgData name="Máté Szabó" userId="2f03df7a9cf565c0" providerId="LiveId" clId="{DEE2C60F-B09D-490D-A62E-34A866CB8C73}" dt="2026-04-15T21:39:57.408" v="3620" actId="207"/>
          <ac:grpSpMkLst>
            <pc:docMk/>
            <pc:sldMk cId="1403516584" sldId="260"/>
            <ac:grpSpMk id="17" creationId="{09D9061E-8290-2BF7-3504-D8C2B0B73E6E}"/>
          </ac:grpSpMkLst>
        </pc:grpChg>
        <pc:grpChg chg="mod">
          <ac:chgData name="Máté Szabó" userId="2f03df7a9cf565c0" providerId="LiveId" clId="{DEE2C60F-B09D-490D-A62E-34A866CB8C73}" dt="2026-04-15T21:39:57.408" v="3620" actId="207"/>
          <ac:grpSpMkLst>
            <pc:docMk/>
            <pc:sldMk cId="1403516584" sldId="260"/>
            <ac:grpSpMk id="40" creationId="{F969D540-B1E1-FEFD-F776-77A5112F9CB5}"/>
          </ac:grpSpMkLst>
        </pc:grpChg>
        <pc:grpChg chg="mod">
          <ac:chgData name="Máté Szabó" userId="2f03df7a9cf565c0" providerId="LiveId" clId="{DEE2C60F-B09D-490D-A62E-34A866CB8C73}" dt="2026-04-14T14:35:24.705" v="80" actId="1076"/>
          <ac:grpSpMkLst>
            <pc:docMk/>
            <pc:sldMk cId="1403516584" sldId="260"/>
            <ac:grpSpMk id="41" creationId="{428D48FE-B034-9C2E-8879-DB049CCCF865}"/>
          </ac:grpSpMkLst>
        </pc:grpChg>
        <pc:grpChg chg="mod">
          <ac:chgData name="Máté Szabó" userId="2f03df7a9cf565c0" providerId="LiveId" clId="{DEE2C60F-B09D-490D-A62E-34A866CB8C73}" dt="2026-04-14T14:35:29.280" v="81" actId="1076"/>
          <ac:grpSpMkLst>
            <pc:docMk/>
            <pc:sldMk cId="1403516584" sldId="260"/>
            <ac:grpSpMk id="42" creationId="{900734ED-3950-A81F-0784-F8CA76E1F800}"/>
          </ac:grpSpMkLst>
        </pc:grpChg>
        <pc:grpChg chg="mod">
          <ac:chgData name="Máté Szabó" userId="2f03df7a9cf565c0" providerId="LiveId" clId="{DEE2C60F-B09D-490D-A62E-34A866CB8C73}" dt="2026-04-14T14:35:34.117" v="82" actId="1076"/>
          <ac:grpSpMkLst>
            <pc:docMk/>
            <pc:sldMk cId="1403516584" sldId="260"/>
            <ac:grpSpMk id="43" creationId="{D0C93878-DCE8-A0B8-FAD0-E7E483829E57}"/>
          </ac:grpSpMkLst>
        </pc:grpChg>
      </pc:sldChg>
      <pc:sldChg chg="addSp delSp modSp new mod ord modTransition">
        <pc:chgData name="Máté Szabó" userId="2f03df7a9cf565c0" providerId="LiveId" clId="{DEE2C60F-B09D-490D-A62E-34A866CB8C73}" dt="2026-04-16T07:56:27.784" v="3950" actId="478"/>
        <pc:sldMkLst>
          <pc:docMk/>
          <pc:sldMk cId="1816777563" sldId="261"/>
        </pc:sldMkLst>
        <pc:spChg chg="add mod ord">
          <ac:chgData name="Máté Szabó" userId="2f03df7a9cf565c0" providerId="LiveId" clId="{DEE2C60F-B09D-490D-A62E-34A866CB8C73}" dt="2026-04-15T11:04:34.841" v="161" actId="207"/>
          <ac:spMkLst>
            <pc:docMk/>
            <pc:sldMk cId="1816777563" sldId="261"/>
            <ac:spMk id="6" creationId="{54E8046D-6ACB-59AB-2BC1-EA149A263B6B}"/>
          </ac:spMkLst>
        </pc:spChg>
        <pc:spChg chg="add mod">
          <ac:chgData name="Máté Szabó" userId="2f03df7a9cf565c0" providerId="LiveId" clId="{DEE2C60F-B09D-490D-A62E-34A866CB8C73}" dt="2026-04-15T11:41:51.584" v="294" actId="207"/>
          <ac:spMkLst>
            <pc:docMk/>
            <pc:sldMk cId="1816777563" sldId="261"/>
            <ac:spMk id="7" creationId="{B5E84E86-B7EA-6317-64A9-CB859A0A4A30}"/>
          </ac:spMkLst>
        </pc:spChg>
        <pc:spChg chg="add mod">
          <ac:chgData name="Máté Szabó" userId="2f03df7a9cf565c0" providerId="LiveId" clId="{DEE2C60F-B09D-490D-A62E-34A866CB8C73}" dt="2026-04-16T07:28:33.501" v="3755" actId="1076"/>
          <ac:spMkLst>
            <pc:docMk/>
            <pc:sldMk cId="1816777563" sldId="261"/>
            <ac:spMk id="10" creationId="{193E1F7C-9BFA-F6D7-479A-F1D4F4A5D8C0}"/>
          </ac:spMkLst>
        </pc:spChg>
        <pc:spChg chg="add mod">
          <ac:chgData name="Máté Szabó" userId="2f03df7a9cf565c0" providerId="LiveId" clId="{DEE2C60F-B09D-490D-A62E-34A866CB8C73}" dt="2026-04-16T07:28:30.445" v="3754" actId="1076"/>
          <ac:spMkLst>
            <pc:docMk/>
            <pc:sldMk cId="1816777563" sldId="261"/>
            <ac:spMk id="12" creationId="{8A7B2BE0-6E63-CB20-88FC-762196895911}"/>
          </ac:spMkLst>
        </pc:spChg>
        <pc:spChg chg="add mod">
          <ac:chgData name="Máté Szabó" userId="2f03df7a9cf565c0" providerId="LiveId" clId="{DEE2C60F-B09D-490D-A62E-34A866CB8C73}" dt="2026-04-16T07:27:19.763" v="3737" actId="1076"/>
          <ac:spMkLst>
            <pc:docMk/>
            <pc:sldMk cId="1816777563" sldId="261"/>
            <ac:spMk id="14" creationId="{8FD9E11A-A91E-311A-96E0-B5AE696E7688}"/>
          </ac:spMkLst>
        </pc:spChg>
        <pc:spChg chg="add mod">
          <ac:chgData name="Máté Szabó" userId="2f03df7a9cf565c0" providerId="LiveId" clId="{DEE2C60F-B09D-490D-A62E-34A866CB8C73}" dt="2026-04-16T07:28:35.477" v="3756" actId="1076"/>
          <ac:spMkLst>
            <pc:docMk/>
            <pc:sldMk cId="1816777563" sldId="261"/>
            <ac:spMk id="16" creationId="{0769419D-5DDD-0E5A-65EB-E4893E3FDBE2}"/>
          </ac:spMkLst>
        </pc:spChg>
      </pc:sldChg>
      <pc:sldChg chg="addSp delSp modSp new mod modTransition">
        <pc:chgData name="Máté Szabó" userId="2f03df7a9cf565c0" providerId="LiveId" clId="{DEE2C60F-B09D-490D-A62E-34A866CB8C73}" dt="2026-04-16T07:29:27.262" v="3759"/>
        <pc:sldMkLst>
          <pc:docMk/>
          <pc:sldMk cId="3571281418" sldId="262"/>
        </pc:sldMkLst>
        <pc:spChg chg="add mod">
          <ac:chgData name="Máté Szabó" userId="2f03df7a9cf565c0" providerId="LiveId" clId="{DEE2C60F-B09D-490D-A62E-34A866CB8C73}" dt="2026-04-16T07:24:50.093" v="3719" actId="2711"/>
          <ac:spMkLst>
            <pc:docMk/>
            <pc:sldMk cId="3571281418" sldId="262"/>
            <ac:spMk id="3" creationId="{6436E2B3-4E11-AA91-DBC5-5D842FBCCC9D}"/>
          </ac:spMkLst>
        </pc:spChg>
        <pc:spChg chg="add mod">
          <ac:chgData name="Máté Szabó" userId="2f03df7a9cf565c0" providerId="LiveId" clId="{DEE2C60F-B09D-490D-A62E-34A866CB8C73}" dt="2026-04-16T07:25:07.126" v="3721" actId="2711"/>
          <ac:spMkLst>
            <pc:docMk/>
            <pc:sldMk cId="3571281418" sldId="262"/>
            <ac:spMk id="5" creationId="{7706644E-C085-4388-CD78-DA49E45B4113}"/>
          </ac:spMkLst>
        </pc:spChg>
        <pc:spChg chg="add mod">
          <ac:chgData name="Máté Szabó" userId="2f03df7a9cf565c0" providerId="LiveId" clId="{DEE2C60F-B09D-490D-A62E-34A866CB8C73}" dt="2026-04-15T11:41:56.854" v="295" actId="207"/>
          <ac:spMkLst>
            <pc:docMk/>
            <pc:sldMk cId="3571281418" sldId="262"/>
            <ac:spMk id="6" creationId="{85409C62-6965-2978-EF27-ACE57AFEE7C2}"/>
          </ac:spMkLst>
        </pc:spChg>
        <pc:spChg chg="add mod">
          <ac:chgData name="Máté Szabó" userId="2f03df7a9cf565c0" providerId="LiveId" clId="{DEE2C60F-B09D-490D-A62E-34A866CB8C73}" dt="2026-04-15T11:06:42.420" v="185" actId="1076"/>
          <ac:spMkLst>
            <pc:docMk/>
            <pc:sldMk cId="3571281418" sldId="262"/>
            <ac:spMk id="7" creationId="{231E0D56-22C6-C23D-98C0-DEA6281C00BA}"/>
          </ac:spMkLst>
        </pc:spChg>
        <pc:spChg chg="add mod">
          <ac:chgData name="Máté Szabó" userId="2f03df7a9cf565c0" providerId="LiveId" clId="{DEE2C60F-B09D-490D-A62E-34A866CB8C73}" dt="2026-04-16T07:26:32.120" v="3730" actId="1076"/>
          <ac:spMkLst>
            <pc:docMk/>
            <pc:sldMk cId="3571281418" sldId="262"/>
            <ac:spMk id="9" creationId="{3F65ECAC-E14E-2367-08B8-97326F11236F}"/>
          </ac:spMkLst>
        </pc:spChg>
        <pc:spChg chg="add mod">
          <ac:chgData name="Máté Szabó" userId="2f03df7a9cf565c0" providerId="LiveId" clId="{DEE2C60F-B09D-490D-A62E-34A866CB8C73}" dt="2026-04-16T07:26:28.404" v="3729" actId="1076"/>
          <ac:spMkLst>
            <pc:docMk/>
            <pc:sldMk cId="3571281418" sldId="262"/>
            <ac:spMk id="11" creationId="{A193CC5E-8C2F-7A59-8E63-EE304B06248C}"/>
          </ac:spMkLst>
        </pc:spChg>
      </pc:sldChg>
      <pc:sldChg chg="addSp delSp modSp new mod modTransition">
        <pc:chgData name="Máté Szabó" userId="2f03df7a9cf565c0" providerId="LiveId" clId="{DEE2C60F-B09D-490D-A62E-34A866CB8C73}" dt="2026-04-16T07:56:19.715" v="3949" actId="113"/>
        <pc:sldMkLst>
          <pc:docMk/>
          <pc:sldMk cId="3411748010" sldId="263"/>
        </pc:sldMkLst>
        <pc:spChg chg="add mod">
          <ac:chgData name="Máté Szabó" userId="2f03df7a9cf565c0" providerId="LiveId" clId="{DEE2C60F-B09D-490D-A62E-34A866CB8C73}" dt="2026-04-16T07:54:54.617" v="3943" actId="113"/>
          <ac:spMkLst>
            <pc:docMk/>
            <pc:sldMk cId="3411748010" sldId="263"/>
            <ac:spMk id="3" creationId="{B59C340C-C6EE-82EE-C2C9-762F036B14C7}"/>
          </ac:spMkLst>
        </pc:spChg>
        <pc:spChg chg="add mod">
          <ac:chgData name="Máté Szabó" userId="2f03df7a9cf565c0" providerId="LiveId" clId="{DEE2C60F-B09D-490D-A62E-34A866CB8C73}" dt="2026-04-15T11:42:01.342" v="296" actId="207"/>
          <ac:spMkLst>
            <pc:docMk/>
            <pc:sldMk cId="3411748010" sldId="263"/>
            <ac:spMk id="4" creationId="{9A4A9D11-BDD4-9C72-E0FF-1034C801A493}"/>
          </ac:spMkLst>
        </pc:spChg>
        <pc:spChg chg="add mod">
          <ac:chgData name="Máté Szabó" userId="2f03df7a9cf565c0" providerId="LiveId" clId="{DEE2C60F-B09D-490D-A62E-34A866CB8C73}" dt="2026-04-15T11:07:37.713" v="215" actId="14100"/>
          <ac:spMkLst>
            <pc:docMk/>
            <pc:sldMk cId="3411748010" sldId="263"/>
            <ac:spMk id="5" creationId="{E24DE7CE-DB3E-A3AF-3E71-B875EFD628C1}"/>
          </ac:spMkLst>
        </pc:spChg>
        <pc:spChg chg="add mod">
          <ac:chgData name="Máté Szabó" userId="2f03df7a9cf565c0" providerId="LiveId" clId="{DEE2C60F-B09D-490D-A62E-34A866CB8C73}" dt="2026-04-16T07:19:02.186" v="3686" actId="1076"/>
          <ac:spMkLst>
            <pc:docMk/>
            <pc:sldMk cId="3411748010" sldId="263"/>
            <ac:spMk id="7" creationId="{C42FC61F-07F7-B751-8FF3-89B33B874DAD}"/>
          </ac:spMkLst>
        </pc:spChg>
        <pc:spChg chg="add mod">
          <ac:chgData name="Máté Szabó" userId="2f03df7a9cf565c0" providerId="LiveId" clId="{DEE2C60F-B09D-490D-A62E-34A866CB8C73}" dt="2026-04-16T07:55:22.472" v="3946" actId="113"/>
          <ac:spMkLst>
            <pc:docMk/>
            <pc:sldMk cId="3411748010" sldId="263"/>
            <ac:spMk id="9" creationId="{54DC2CB7-8F45-B582-CF3F-29CBA215A478}"/>
          </ac:spMkLst>
        </pc:spChg>
        <pc:spChg chg="add mod">
          <ac:chgData name="Máté Szabó" userId="2f03df7a9cf565c0" providerId="LiveId" clId="{DEE2C60F-B09D-490D-A62E-34A866CB8C73}" dt="2026-04-16T07:56:19.715" v="3949" actId="113"/>
          <ac:spMkLst>
            <pc:docMk/>
            <pc:sldMk cId="3411748010" sldId="263"/>
            <ac:spMk id="11" creationId="{DF75BF32-97BB-F208-C533-8FA9160D55C8}"/>
          </ac:spMkLst>
        </pc:spChg>
        <pc:spChg chg="add mod">
          <ac:chgData name="Máté Szabó" userId="2f03df7a9cf565c0" providerId="LiveId" clId="{DEE2C60F-B09D-490D-A62E-34A866CB8C73}" dt="2026-04-16T07:55:57.091" v="3947" actId="113"/>
          <ac:spMkLst>
            <pc:docMk/>
            <pc:sldMk cId="3411748010" sldId="263"/>
            <ac:spMk id="13" creationId="{D620D2E4-9C50-F6B4-4724-26942C46E6F5}"/>
          </ac:spMkLst>
        </pc:spChg>
      </pc:sldChg>
      <pc:sldChg chg="addSp delSp modSp new mod modTransition">
        <pc:chgData name="Máté Szabó" userId="2f03df7a9cf565c0" providerId="LiveId" clId="{DEE2C60F-B09D-490D-A62E-34A866CB8C73}" dt="2026-04-16T07:16:25.937" v="3661" actId="2711"/>
        <pc:sldMkLst>
          <pc:docMk/>
          <pc:sldMk cId="507906928" sldId="264"/>
        </pc:sldMkLst>
        <pc:spChg chg="add mod">
          <ac:chgData name="Máté Szabó" userId="2f03df7a9cf565c0" providerId="LiveId" clId="{DEE2C60F-B09D-490D-A62E-34A866CB8C73}" dt="2026-04-15T11:33:04.767" v="258" actId="1076"/>
          <ac:spMkLst>
            <pc:docMk/>
            <pc:sldMk cId="507906928" sldId="264"/>
            <ac:spMk id="7" creationId="{DAE7DBEC-A58D-6C0D-E881-A8F3DB1C27EC}"/>
          </ac:spMkLst>
        </pc:spChg>
        <pc:spChg chg="add mod">
          <ac:chgData name="Máté Szabó" userId="2f03df7a9cf565c0" providerId="LiveId" clId="{DEE2C60F-B09D-490D-A62E-34A866CB8C73}" dt="2026-04-16T07:16:11.223" v="3659" actId="2711"/>
          <ac:spMkLst>
            <pc:docMk/>
            <pc:sldMk cId="507906928" sldId="264"/>
            <ac:spMk id="8" creationId="{C33CC1A7-09DD-B40F-4D53-0A4CE2990376}"/>
          </ac:spMkLst>
        </pc:spChg>
        <pc:spChg chg="add mod">
          <ac:chgData name="Máté Szabó" userId="2f03df7a9cf565c0" providerId="LiveId" clId="{DEE2C60F-B09D-490D-A62E-34A866CB8C73}" dt="2026-04-16T07:16:21.133" v="3660" actId="2711"/>
          <ac:spMkLst>
            <pc:docMk/>
            <pc:sldMk cId="507906928" sldId="264"/>
            <ac:spMk id="9" creationId="{F798785A-83C4-A91D-8EE4-25F067BC100D}"/>
          </ac:spMkLst>
        </pc:spChg>
        <pc:spChg chg="add mod">
          <ac:chgData name="Máté Szabó" userId="2f03df7a9cf565c0" providerId="LiveId" clId="{DEE2C60F-B09D-490D-A62E-34A866CB8C73}" dt="2026-04-16T07:16:25.937" v="3661" actId="2711"/>
          <ac:spMkLst>
            <pc:docMk/>
            <pc:sldMk cId="507906928" sldId="264"/>
            <ac:spMk id="10" creationId="{769A5C4E-25BB-93F2-4F7E-1A8F921FDDAA}"/>
          </ac:spMkLst>
        </pc:spChg>
        <pc:picChg chg="add mod">
          <ac:chgData name="Máté Szabó" userId="2f03df7a9cf565c0" providerId="LiveId" clId="{DEE2C60F-B09D-490D-A62E-34A866CB8C73}" dt="2026-04-15T11:43:42.072" v="416" actId="207"/>
          <ac:picMkLst>
            <pc:docMk/>
            <pc:sldMk cId="507906928" sldId="264"/>
            <ac:picMk id="1026" creationId="{CEDAC780-8923-CF4D-D212-0A3D71571CE4}"/>
          </ac:picMkLst>
        </pc:picChg>
      </pc:sldChg>
      <pc:sldChg chg="addSp modSp add mod modTransition">
        <pc:chgData name="Máté Szabó" userId="2f03df7a9cf565c0" providerId="LiveId" clId="{DEE2C60F-B09D-490D-A62E-34A866CB8C73}" dt="2026-04-15T21:40:29.793" v="3622"/>
        <pc:sldMkLst>
          <pc:docMk/>
          <pc:sldMk cId="3261606001" sldId="265"/>
        </pc:sldMkLst>
        <pc:spChg chg="add mod">
          <ac:chgData name="Máté Szabó" userId="2f03df7a9cf565c0" providerId="LiveId" clId="{DEE2C60F-B09D-490D-A62E-34A866CB8C73}" dt="2026-04-15T12:52:40.516" v="1380" actId="14838"/>
          <ac:spMkLst>
            <pc:docMk/>
            <pc:sldMk cId="3261606001" sldId="265"/>
            <ac:spMk id="2" creationId="{0A699208-34A3-E529-CE48-CE80090519E5}"/>
          </ac:spMkLst>
        </pc:spChg>
        <pc:spChg chg="add mod">
          <ac:chgData name="Máté Szabó" userId="2f03df7a9cf565c0" providerId="LiveId" clId="{DEE2C60F-B09D-490D-A62E-34A866CB8C73}" dt="2026-04-15T12:44:25.570" v="482" actId="20577"/>
          <ac:spMkLst>
            <pc:docMk/>
            <pc:sldMk cId="3261606001" sldId="265"/>
            <ac:spMk id="4" creationId="{7AF5DFA8-105C-F83B-8A4A-945E7596D2E7}"/>
          </ac:spMkLst>
        </pc:spChg>
        <pc:spChg chg="add mod">
          <ac:chgData name="Máté Szabó" userId="2f03df7a9cf565c0" providerId="LiveId" clId="{DEE2C60F-B09D-490D-A62E-34A866CB8C73}" dt="2026-04-15T12:58:56.585" v="1382" actId="120"/>
          <ac:spMkLst>
            <pc:docMk/>
            <pc:sldMk cId="3261606001" sldId="265"/>
            <ac:spMk id="6" creationId="{ABC9D8D5-29EA-6135-A57F-4083B4EFCAD9}"/>
          </ac:spMkLst>
        </pc:spChg>
        <pc:spChg chg="add mod">
          <ac:chgData name="Máté Szabó" userId="2f03df7a9cf565c0" providerId="LiveId" clId="{DEE2C60F-B09D-490D-A62E-34A866CB8C73}" dt="2026-04-15T12:44:22.491" v="481" actId="20577"/>
          <ac:spMkLst>
            <pc:docMk/>
            <pc:sldMk cId="3261606001" sldId="265"/>
            <ac:spMk id="8" creationId="{B0D755D8-412E-459A-820A-FDB00404FE65}"/>
          </ac:spMkLst>
        </pc:spChg>
        <pc:spChg chg="add mod">
          <ac:chgData name="Máté Szabó" userId="2f03df7a9cf565c0" providerId="LiveId" clId="{DEE2C60F-B09D-490D-A62E-34A866CB8C73}" dt="2026-04-15T12:59:13.512" v="1384" actId="1076"/>
          <ac:spMkLst>
            <pc:docMk/>
            <pc:sldMk cId="3261606001" sldId="265"/>
            <ac:spMk id="10" creationId="{C26352E5-9581-96D9-AB67-0012427CE5B9}"/>
          </ac:spMkLst>
        </pc:spChg>
        <pc:spChg chg="add mod">
          <ac:chgData name="Máté Szabó" userId="2f03df7a9cf565c0" providerId="LiveId" clId="{DEE2C60F-B09D-490D-A62E-34A866CB8C73}" dt="2026-04-15T12:46:49.088" v="497" actId="1076"/>
          <ac:spMkLst>
            <pc:docMk/>
            <pc:sldMk cId="3261606001" sldId="265"/>
            <ac:spMk id="12" creationId="{27ECD444-29C6-8DAE-74F3-9EE59FE52D96}"/>
          </ac:spMkLst>
        </pc:spChg>
        <pc:spChg chg="add mod">
          <ac:chgData name="Máté Szabó" userId="2f03df7a9cf565c0" providerId="LiveId" clId="{DEE2C60F-B09D-490D-A62E-34A866CB8C73}" dt="2026-04-15T12:59:04.035" v="1383" actId="1076"/>
          <ac:spMkLst>
            <pc:docMk/>
            <pc:sldMk cId="3261606001" sldId="265"/>
            <ac:spMk id="14" creationId="{112C0B82-D501-0F06-C74A-15C8B408B033}"/>
          </ac:spMkLst>
        </pc:spChg>
        <pc:spChg chg="add mod">
          <ac:chgData name="Máté Szabó" userId="2f03df7a9cf565c0" providerId="LiveId" clId="{DEE2C60F-B09D-490D-A62E-34A866CB8C73}" dt="2026-04-15T12:48:20.157" v="515" actId="1076"/>
          <ac:spMkLst>
            <pc:docMk/>
            <pc:sldMk cId="3261606001" sldId="265"/>
            <ac:spMk id="16" creationId="{0B56F9B8-30AE-C651-250C-EBB1B5B9D6E6}"/>
          </ac:spMkLst>
        </pc:spChg>
        <pc:spChg chg="add mod">
          <ac:chgData name="Máté Szabó" userId="2f03df7a9cf565c0" providerId="LiveId" clId="{DEE2C60F-B09D-490D-A62E-34A866CB8C73}" dt="2026-04-15T12:58:56.585" v="1382" actId="120"/>
          <ac:spMkLst>
            <pc:docMk/>
            <pc:sldMk cId="3261606001" sldId="265"/>
            <ac:spMk id="18" creationId="{9CE7B5BC-E9E4-57F2-B770-DCA62DF9AD8D}"/>
          </ac:spMkLst>
        </pc:spChg>
        <pc:spChg chg="add mod">
          <ac:chgData name="Máté Szabó" userId="2f03df7a9cf565c0" providerId="LiveId" clId="{DEE2C60F-B09D-490D-A62E-34A866CB8C73}" dt="2026-04-15T12:48:45.693" v="523" actId="1076"/>
          <ac:spMkLst>
            <pc:docMk/>
            <pc:sldMk cId="3261606001" sldId="265"/>
            <ac:spMk id="20" creationId="{D6C7161E-E27E-E4F8-71B6-2C59D42E9974}"/>
          </ac:spMkLst>
        </pc:spChg>
        <pc:spChg chg="add mod">
          <ac:chgData name="Máté Szabó" userId="2f03df7a9cf565c0" providerId="LiveId" clId="{DEE2C60F-B09D-490D-A62E-34A866CB8C73}" dt="2026-04-15T12:58:56.585" v="1382" actId="120"/>
          <ac:spMkLst>
            <pc:docMk/>
            <pc:sldMk cId="3261606001" sldId="265"/>
            <ac:spMk id="22" creationId="{CC948F7C-4340-DFCB-187C-EC52CFD2F066}"/>
          </ac:spMkLst>
        </pc:spChg>
      </pc:sldChg>
      <pc:sldChg chg="addSp delSp modSp add mod ord modTransition setBg">
        <pc:chgData name="Máté Szabó" userId="2f03df7a9cf565c0" providerId="LiveId" clId="{DEE2C60F-B09D-490D-A62E-34A866CB8C73}" dt="2026-04-15T21:40:37.113" v="3623"/>
        <pc:sldMkLst>
          <pc:docMk/>
          <pc:sldMk cId="2164911208" sldId="266"/>
        </pc:sldMkLst>
        <pc:spChg chg="add mod">
          <ac:chgData name="Máté Szabó" userId="2f03df7a9cf565c0" providerId="LiveId" clId="{DEE2C60F-B09D-490D-A62E-34A866CB8C73}" dt="2026-04-15T13:57:58.480" v="2190" actId="1076"/>
          <ac:spMkLst>
            <pc:docMk/>
            <pc:sldMk cId="2164911208" sldId="266"/>
            <ac:spMk id="3" creationId="{AFDB2895-8992-8A88-4C05-1C7AC95643E4}"/>
          </ac:spMkLst>
        </pc:spChg>
        <pc:spChg chg="add mod">
          <ac:chgData name="Máté Szabó" userId="2f03df7a9cf565c0" providerId="LiveId" clId="{DEE2C60F-B09D-490D-A62E-34A866CB8C73}" dt="2026-04-15T13:57:42.535" v="2187" actId="164"/>
          <ac:spMkLst>
            <pc:docMk/>
            <pc:sldMk cId="2164911208" sldId="266"/>
            <ac:spMk id="5" creationId="{2CC78F30-A482-F52F-3CD3-9E2B1C6FADF0}"/>
          </ac:spMkLst>
        </pc:spChg>
        <pc:spChg chg="add mod">
          <ac:chgData name="Máté Szabó" userId="2f03df7a9cf565c0" providerId="LiveId" clId="{DEE2C60F-B09D-490D-A62E-34A866CB8C73}" dt="2026-04-15T13:57:42.535" v="2187" actId="164"/>
          <ac:spMkLst>
            <pc:docMk/>
            <pc:sldMk cId="2164911208" sldId="266"/>
            <ac:spMk id="6" creationId="{30D6C346-5505-A5BC-FD42-A676A5050F24}"/>
          </ac:spMkLst>
        </pc:spChg>
        <pc:spChg chg="add mod">
          <ac:chgData name="Máté Szabó" userId="2f03df7a9cf565c0" providerId="LiveId" clId="{DEE2C60F-B09D-490D-A62E-34A866CB8C73}" dt="2026-04-15T13:57:42.535" v="2187" actId="164"/>
          <ac:spMkLst>
            <pc:docMk/>
            <pc:sldMk cId="2164911208" sldId="266"/>
            <ac:spMk id="7" creationId="{EBABCAEE-775C-ED31-F985-0326E5612E89}"/>
          </ac:spMkLst>
        </pc:spChg>
        <pc:spChg chg="add mod">
          <ac:chgData name="Máté Szabó" userId="2f03df7a9cf565c0" providerId="LiveId" clId="{DEE2C60F-B09D-490D-A62E-34A866CB8C73}" dt="2026-04-15T13:57:34.619" v="2186" actId="164"/>
          <ac:spMkLst>
            <pc:docMk/>
            <pc:sldMk cId="2164911208" sldId="266"/>
            <ac:spMk id="13" creationId="{8AC8F656-8906-693D-16DB-F9288C11648A}"/>
          </ac:spMkLst>
        </pc:spChg>
        <pc:spChg chg="add mod">
          <ac:chgData name="Máté Szabó" userId="2f03df7a9cf565c0" providerId="LiveId" clId="{DEE2C60F-B09D-490D-A62E-34A866CB8C73}" dt="2026-04-15T13:57:34.619" v="2186" actId="164"/>
          <ac:spMkLst>
            <pc:docMk/>
            <pc:sldMk cId="2164911208" sldId="266"/>
            <ac:spMk id="15" creationId="{7FDDF703-B416-D09B-181D-27CBE008FA7F}"/>
          </ac:spMkLst>
        </pc:spChg>
        <pc:spChg chg="add mod">
          <ac:chgData name="Máté Szabó" userId="2f03df7a9cf565c0" providerId="LiveId" clId="{DEE2C60F-B09D-490D-A62E-34A866CB8C73}" dt="2026-04-15T13:57:34.619" v="2186" actId="164"/>
          <ac:spMkLst>
            <pc:docMk/>
            <pc:sldMk cId="2164911208" sldId="266"/>
            <ac:spMk id="17" creationId="{71AA496A-6F83-DC0B-8775-894F93DB9E4E}"/>
          </ac:spMkLst>
        </pc:spChg>
        <pc:spChg chg="add mod">
          <ac:chgData name="Máté Szabó" userId="2f03df7a9cf565c0" providerId="LiveId" clId="{DEE2C60F-B09D-490D-A62E-34A866CB8C73}" dt="2026-04-15T13:57:34.619" v="2186" actId="164"/>
          <ac:spMkLst>
            <pc:docMk/>
            <pc:sldMk cId="2164911208" sldId="266"/>
            <ac:spMk id="19" creationId="{60C25F9F-D832-54E8-02C7-06FE40DC6658}"/>
          </ac:spMkLst>
        </pc:spChg>
        <pc:spChg chg="add mod">
          <ac:chgData name="Máté Szabó" userId="2f03df7a9cf565c0" providerId="LiveId" clId="{DEE2C60F-B09D-490D-A62E-34A866CB8C73}" dt="2026-04-15T13:58:10.881" v="2194" actId="164"/>
          <ac:spMkLst>
            <pc:docMk/>
            <pc:sldMk cId="2164911208" sldId="266"/>
            <ac:spMk id="23" creationId="{A7C43840-C8EF-0D67-3A3C-BE5B6CE1DBBA}"/>
          </ac:spMkLst>
        </pc:spChg>
        <pc:spChg chg="add mod">
          <ac:chgData name="Máté Szabó" userId="2f03df7a9cf565c0" providerId="LiveId" clId="{DEE2C60F-B09D-490D-A62E-34A866CB8C73}" dt="2026-04-15T13:58:10.881" v="2194" actId="164"/>
          <ac:spMkLst>
            <pc:docMk/>
            <pc:sldMk cId="2164911208" sldId="266"/>
            <ac:spMk id="27" creationId="{86812837-2445-DFFC-F530-CB2E8FE6EE60}"/>
          </ac:spMkLst>
        </pc:spChg>
        <pc:spChg chg="add mod">
          <ac:chgData name="Máté Szabó" userId="2f03df7a9cf565c0" providerId="LiveId" clId="{DEE2C60F-B09D-490D-A62E-34A866CB8C73}" dt="2026-04-15T13:58:10.881" v="2194" actId="164"/>
          <ac:spMkLst>
            <pc:docMk/>
            <pc:sldMk cId="2164911208" sldId="266"/>
            <ac:spMk id="29" creationId="{9858578A-8FDE-758B-EC75-3F9E77CABA65}"/>
          </ac:spMkLst>
        </pc:spChg>
        <pc:spChg chg="add mod">
          <ac:chgData name="Máté Szabó" userId="2f03df7a9cf565c0" providerId="LiveId" clId="{DEE2C60F-B09D-490D-A62E-34A866CB8C73}" dt="2026-04-15T13:58:10.881" v="2194" actId="164"/>
          <ac:spMkLst>
            <pc:docMk/>
            <pc:sldMk cId="2164911208" sldId="266"/>
            <ac:spMk id="31" creationId="{E4BC7AF2-0112-B1FD-4B58-7B6F83B09630}"/>
          </ac:spMkLst>
        </pc:spChg>
        <pc:spChg chg="add mod ord">
          <ac:chgData name="Máté Szabó" userId="2f03df7a9cf565c0" providerId="LiveId" clId="{DEE2C60F-B09D-490D-A62E-34A866CB8C73}" dt="2026-04-15T13:57:34.619" v="2186" actId="164"/>
          <ac:spMkLst>
            <pc:docMk/>
            <pc:sldMk cId="2164911208" sldId="266"/>
            <ac:spMk id="32" creationId="{47497F6F-D83A-680F-E0A1-7D4690F71F15}"/>
          </ac:spMkLst>
        </pc:spChg>
        <pc:spChg chg="add mod ord">
          <ac:chgData name="Máté Szabó" userId="2f03df7a9cf565c0" providerId="LiveId" clId="{DEE2C60F-B09D-490D-A62E-34A866CB8C73}" dt="2026-04-15T13:57:42.535" v="2187" actId="164"/>
          <ac:spMkLst>
            <pc:docMk/>
            <pc:sldMk cId="2164911208" sldId="266"/>
            <ac:spMk id="33" creationId="{7716A01F-898F-B2E5-B82D-7AFE01011FE9}"/>
          </ac:spMkLst>
        </pc:spChg>
        <pc:spChg chg="add mod ord">
          <ac:chgData name="Máté Szabó" userId="2f03df7a9cf565c0" providerId="LiveId" clId="{DEE2C60F-B09D-490D-A62E-34A866CB8C73}" dt="2026-04-15T13:58:10.881" v="2194" actId="164"/>
          <ac:spMkLst>
            <pc:docMk/>
            <pc:sldMk cId="2164911208" sldId="266"/>
            <ac:spMk id="34" creationId="{F42EEB06-BDCB-B895-7AAD-BD0F3BC42DCF}"/>
          </ac:spMkLst>
        </pc:spChg>
        <pc:grpChg chg="add mod">
          <ac:chgData name="Máté Szabó" userId="2f03df7a9cf565c0" providerId="LiveId" clId="{DEE2C60F-B09D-490D-A62E-34A866CB8C73}" dt="2026-04-15T13:58:01.918" v="2191" actId="1076"/>
          <ac:grpSpMkLst>
            <pc:docMk/>
            <pc:sldMk cId="2164911208" sldId="266"/>
            <ac:grpSpMk id="35" creationId="{52B2A9B4-805E-20B7-E1F2-4C624B5AFE5C}"/>
          </ac:grpSpMkLst>
        </pc:grpChg>
        <pc:grpChg chg="add mod">
          <ac:chgData name="Máté Szabó" userId="2f03df7a9cf565c0" providerId="LiveId" clId="{DEE2C60F-B09D-490D-A62E-34A866CB8C73}" dt="2026-04-15T13:57:44.721" v="2188" actId="1076"/>
          <ac:grpSpMkLst>
            <pc:docMk/>
            <pc:sldMk cId="2164911208" sldId="266"/>
            <ac:grpSpMk id="36" creationId="{2FC2C832-912C-0D70-80A1-9458FEC907FD}"/>
          </ac:grpSpMkLst>
        </pc:grpChg>
        <pc:grpChg chg="add mod">
          <ac:chgData name="Máté Szabó" userId="2f03df7a9cf565c0" providerId="LiveId" clId="{DEE2C60F-B09D-490D-A62E-34A866CB8C73}" dt="2026-04-15T14:06:06.529" v="2196" actId="1076"/>
          <ac:grpSpMkLst>
            <pc:docMk/>
            <pc:sldMk cId="2164911208" sldId="266"/>
            <ac:grpSpMk id="37" creationId="{6E504067-F483-7916-4290-C6F306531838}"/>
          </ac:grpSpMkLst>
        </pc:grpChg>
      </pc:sldChg>
      <pc:sldChg chg="addSp delSp modSp add mod modTransition setBg">
        <pc:chgData name="Máté Szabó" userId="2f03df7a9cf565c0" providerId="LiveId" clId="{DEE2C60F-B09D-490D-A62E-34A866CB8C73}" dt="2026-04-16T07:58:36.019" v="3957" actId="1076"/>
        <pc:sldMkLst>
          <pc:docMk/>
          <pc:sldMk cId="1440753320" sldId="268"/>
        </pc:sldMkLst>
        <pc:spChg chg="add mod">
          <ac:chgData name="Máté Szabó" userId="2f03df7a9cf565c0" providerId="LiveId" clId="{DEE2C60F-B09D-490D-A62E-34A866CB8C73}" dt="2026-04-15T20:12:34.302" v="2828" actId="20577"/>
          <ac:spMkLst>
            <pc:docMk/>
            <pc:sldMk cId="1440753320" sldId="268"/>
            <ac:spMk id="3" creationId="{2C2CB71C-E311-6FC2-0A44-C921AF6785A8}"/>
          </ac:spMkLst>
        </pc:spChg>
        <pc:spChg chg="add mod">
          <ac:chgData name="Máté Szabó" userId="2f03df7a9cf565c0" providerId="LiveId" clId="{DEE2C60F-B09D-490D-A62E-34A866CB8C73}" dt="2026-04-16T07:57:47.844" v="3951" actId="1076"/>
          <ac:spMkLst>
            <pc:docMk/>
            <pc:sldMk cId="1440753320" sldId="268"/>
            <ac:spMk id="4" creationId="{FFBDF2DB-9AFB-C840-5F95-BF87B443A84C}"/>
          </ac:spMkLst>
        </pc:spChg>
        <pc:spChg chg="add mod">
          <ac:chgData name="Máté Szabó" userId="2f03df7a9cf565c0" providerId="LiveId" clId="{DEE2C60F-B09D-490D-A62E-34A866CB8C73}" dt="2026-04-16T07:58:06.924" v="3956" actId="1076"/>
          <ac:spMkLst>
            <pc:docMk/>
            <pc:sldMk cId="1440753320" sldId="268"/>
            <ac:spMk id="6" creationId="{A87ED633-5BC6-3AC7-B5AB-2678BC0BF79D}"/>
          </ac:spMkLst>
        </pc:spChg>
        <pc:spChg chg="add mod">
          <ac:chgData name="Máté Szabó" userId="2f03df7a9cf565c0" providerId="LiveId" clId="{DEE2C60F-B09D-490D-A62E-34A866CB8C73}" dt="2026-04-16T07:58:36.019" v="3957" actId="1076"/>
          <ac:spMkLst>
            <pc:docMk/>
            <pc:sldMk cId="1440753320" sldId="268"/>
            <ac:spMk id="11" creationId="{41FFC948-00CF-4B8F-9EDA-6B70449B5E88}"/>
          </ac:spMkLst>
        </pc:spChg>
        <pc:spChg chg="add mod">
          <ac:chgData name="Máté Szabó" userId="2f03df7a9cf565c0" providerId="LiveId" clId="{DEE2C60F-B09D-490D-A62E-34A866CB8C73}" dt="2026-04-16T07:58:00.181" v="3954" actId="1076"/>
          <ac:spMkLst>
            <pc:docMk/>
            <pc:sldMk cId="1440753320" sldId="268"/>
            <ac:spMk id="13" creationId="{DC7D76BE-E21F-09CD-E3F2-FCF90A520E6C}"/>
          </ac:spMkLst>
        </pc:spChg>
        <pc:spChg chg="add mod">
          <ac:chgData name="Máté Szabó" userId="2f03df7a9cf565c0" providerId="LiveId" clId="{DEE2C60F-B09D-490D-A62E-34A866CB8C73}" dt="2026-04-16T07:57:56.989" v="3953" actId="1076"/>
          <ac:spMkLst>
            <pc:docMk/>
            <pc:sldMk cId="1440753320" sldId="268"/>
            <ac:spMk id="15" creationId="{2232FDF8-DB1A-471D-2990-C64C1CAF8883}"/>
          </ac:spMkLst>
        </pc:spChg>
        <pc:spChg chg="add mod">
          <ac:chgData name="Máté Szabó" userId="2f03df7a9cf565c0" providerId="LiveId" clId="{DEE2C60F-B09D-490D-A62E-34A866CB8C73}" dt="2026-04-16T07:57:52.444" v="3952" actId="1076"/>
          <ac:spMkLst>
            <pc:docMk/>
            <pc:sldMk cId="1440753320" sldId="268"/>
            <ac:spMk id="17" creationId="{7E746486-F55F-AFD4-07F6-7C440F9DA4C6}"/>
          </ac:spMkLst>
        </pc:spChg>
      </pc:sldChg>
      <pc:sldChg chg="addSp modSp add mod modTransition setBg">
        <pc:chgData name="Máté Szabó" userId="2f03df7a9cf565c0" providerId="LiveId" clId="{DEE2C60F-B09D-490D-A62E-34A866CB8C73}" dt="2026-04-16T07:44:46.139" v="3880" actId="1076"/>
        <pc:sldMkLst>
          <pc:docMk/>
          <pc:sldMk cId="3732738057" sldId="269"/>
        </pc:sldMkLst>
        <pc:spChg chg="add mod">
          <ac:chgData name="Máté Szabó" userId="2f03df7a9cf565c0" providerId="LiveId" clId="{DEE2C60F-B09D-490D-A62E-34A866CB8C73}" dt="2026-04-15T21:17:38.325" v="3145" actId="1076"/>
          <ac:spMkLst>
            <pc:docMk/>
            <pc:sldMk cId="3732738057" sldId="269"/>
            <ac:spMk id="3" creationId="{34068C47-6A2B-993B-BE8B-CCBE3F1C4B5D}"/>
          </ac:spMkLst>
        </pc:spChg>
        <pc:spChg chg="add mod">
          <ac:chgData name="Máté Szabó" userId="2f03df7a9cf565c0" providerId="LiveId" clId="{DEE2C60F-B09D-490D-A62E-34A866CB8C73}" dt="2026-04-15T21:18:31.058" v="3154" actId="1076"/>
          <ac:spMkLst>
            <pc:docMk/>
            <pc:sldMk cId="3732738057" sldId="269"/>
            <ac:spMk id="5" creationId="{0B89D55E-65EC-CA26-4754-12F59805D95B}"/>
          </ac:spMkLst>
        </pc:spChg>
        <pc:picChg chg="add mod">
          <ac:chgData name="Máté Szabó" userId="2f03df7a9cf565c0" providerId="LiveId" clId="{DEE2C60F-B09D-490D-A62E-34A866CB8C73}" dt="2026-04-16T07:44:43.934" v="3879" actId="1076"/>
          <ac:picMkLst>
            <pc:docMk/>
            <pc:sldMk cId="3732738057" sldId="269"/>
            <ac:picMk id="4" creationId="{96F73CA3-BE37-E7DC-E457-E07F85C27893}"/>
          </ac:picMkLst>
        </pc:picChg>
        <pc:picChg chg="add mod">
          <ac:chgData name="Máté Szabó" userId="2f03df7a9cf565c0" providerId="LiveId" clId="{DEE2C60F-B09D-490D-A62E-34A866CB8C73}" dt="2026-04-16T07:44:46.139" v="3880" actId="1076"/>
          <ac:picMkLst>
            <pc:docMk/>
            <pc:sldMk cId="3732738057" sldId="269"/>
            <ac:picMk id="7" creationId="{319759B1-FF54-AFB2-FD7C-F84765322D55}"/>
          </ac:picMkLst>
        </pc:picChg>
      </pc:sldChg>
      <pc:sldChg chg="addSp modSp add mod modTransition setBg">
        <pc:chgData name="Máté Szabó" userId="2f03df7a9cf565c0" providerId="LiveId" clId="{DEE2C60F-B09D-490D-A62E-34A866CB8C73}" dt="2026-04-15T21:41:27.544" v="3628"/>
        <pc:sldMkLst>
          <pc:docMk/>
          <pc:sldMk cId="682385383" sldId="270"/>
        </pc:sldMkLst>
        <pc:spChg chg="add mod">
          <ac:chgData name="Máté Szabó" userId="2f03df7a9cf565c0" providerId="LiveId" clId="{DEE2C60F-B09D-490D-A62E-34A866CB8C73}" dt="2026-04-15T21:28:00.247" v="3262" actId="1076"/>
          <ac:spMkLst>
            <pc:docMk/>
            <pc:sldMk cId="682385383" sldId="270"/>
            <ac:spMk id="3" creationId="{6793693A-8FAE-7234-B2F7-510D0AA97A5A}"/>
          </ac:spMkLst>
        </pc:spChg>
        <pc:spChg chg="add mod">
          <ac:chgData name="Máté Szabó" userId="2f03df7a9cf565c0" providerId="LiveId" clId="{DEE2C60F-B09D-490D-A62E-34A866CB8C73}" dt="2026-04-15T21:28:19.886" v="3267" actId="1076"/>
          <ac:spMkLst>
            <pc:docMk/>
            <pc:sldMk cId="682385383" sldId="270"/>
            <ac:spMk id="5" creationId="{F4890897-5303-A080-AB5C-D310C8093596}"/>
          </ac:spMkLst>
        </pc:spChg>
        <pc:spChg chg="add mod">
          <ac:chgData name="Máté Szabó" userId="2f03df7a9cf565c0" providerId="LiveId" clId="{DEE2C60F-B09D-490D-A62E-34A866CB8C73}" dt="2026-04-15T21:28:36.934" v="3271" actId="1076"/>
          <ac:spMkLst>
            <pc:docMk/>
            <pc:sldMk cId="682385383" sldId="270"/>
            <ac:spMk id="7" creationId="{FBC350AF-8C22-D523-9C7E-F10C8A992086}"/>
          </ac:spMkLst>
        </pc:spChg>
        <pc:spChg chg="add mod">
          <ac:chgData name="Máté Szabó" userId="2f03df7a9cf565c0" providerId="LiveId" clId="{DEE2C60F-B09D-490D-A62E-34A866CB8C73}" dt="2026-04-15T21:28:55.246" v="3276" actId="1076"/>
          <ac:spMkLst>
            <pc:docMk/>
            <pc:sldMk cId="682385383" sldId="270"/>
            <ac:spMk id="9" creationId="{C9807A89-2169-9868-1FFF-9568C421AA3B}"/>
          </ac:spMkLst>
        </pc:spChg>
        <pc:spChg chg="add mod">
          <ac:chgData name="Máté Szabó" userId="2f03df7a9cf565c0" providerId="LiveId" clId="{DEE2C60F-B09D-490D-A62E-34A866CB8C73}" dt="2026-04-15T21:29:13.489" v="3281" actId="1076"/>
          <ac:spMkLst>
            <pc:docMk/>
            <pc:sldMk cId="682385383" sldId="270"/>
            <ac:spMk id="11" creationId="{2CC8FF80-ED35-4CC8-65B2-9A6B7D604AA7}"/>
          </ac:spMkLst>
        </pc:spChg>
      </pc:sldChg>
      <pc:sldChg chg="addSp modSp add mod modTransition setBg">
        <pc:chgData name="Máté Szabó" userId="2f03df7a9cf565c0" providerId="LiveId" clId="{DEE2C60F-B09D-490D-A62E-34A866CB8C73}" dt="2026-04-15T21:41:55.727" v="3631"/>
        <pc:sldMkLst>
          <pc:docMk/>
          <pc:sldMk cId="282677656" sldId="271"/>
        </pc:sldMkLst>
        <pc:spChg chg="add mod">
          <ac:chgData name="Máté Szabó" userId="2f03df7a9cf565c0" providerId="LiveId" clId="{DEE2C60F-B09D-490D-A62E-34A866CB8C73}" dt="2026-04-15T21:31:34.262" v="3327" actId="1076"/>
          <ac:spMkLst>
            <pc:docMk/>
            <pc:sldMk cId="282677656" sldId="271"/>
            <ac:spMk id="3" creationId="{BA0405E9-3C9C-A987-52A2-64A0479E9922}"/>
          </ac:spMkLst>
        </pc:spChg>
        <pc:spChg chg="add mod">
          <ac:chgData name="Máté Szabó" userId="2f03df7a9cf565c0" providerId="LiveId" clId="{DEE2C60F-B09D-490D-A62E-34A866CB8C73}" dt="2026-04-15T21:31:55.573" v="3331" actId="1076"/>
          <ac:spMkLst>
            <pc:docMk/>
            <pc:sldMk cId="282677656" sldId="271"/>
            <ac:spMk id="5" creationId="{BAE32F29-827D-983C-A274-DB77E6CE4176}"/>
          </ac:spMkLst>
        </pc:spChg>
        <pc:spChg chg="add mod">
          <ac:chgData name="Máté Szabó" userId="2f03df7a9cf565c0" providerId="LiveId" clId="{DEE2C60F-B09D-490D-A62E-34A866CB8C73}" dt="2026-04-15T21:32:10.142" v="3335" actId="14100"/>
          <ac:spMkLst>
            <pc:docMk/>
            <pc:sldMk cId="282677656" sldId="271"/>
            <ac:spMk id="7" creationId="{52814E06-0C8B-64D6-4D92-5820E3C61C50}"/>
          </ac:spMkLst>
        </pc:spChg>
        <pc:spChg chg="add mod">
          <ac:chgData name="Máté Szabó" userId="2f03df7a9cf565c0" providerId="LiveId" clId="{DEE2C60F-B09D-490D-A62E-34A866CB8C73}" dt="2026-04-15T21:32:55.596" v="3346" actId="1076"/>
          <ac:spMkLst>
            <pc:docMk/>
            <pc:sldMk cId="282677656" sldId="271"/>
            <ac:spMk id="9" creationId="{506ECFF2-3A0A-CAE4-9B99-295DCE4F0200}"/>
          </ac:spMkLst>
        </pc:spChg>
        <pc:spChg chg="add mod">
          <ac:chgData name="Máté Szabó" userId="2f03df7a9cf565c0" providerId="LiveId" clId="{DEE2C60F-B09D-490D-A62E-34A866CB8C73}" dt="2026-04-15T21:32:50.960" v="3345" actId="1076"/>
          <ac:spMkLst>
            <pc:docMk/>
            <pc:sldMk cId="282677656" sldId="271"/>
            <ac:spMk id="11" creationId="{9A5CA03D-CCBF-3C00-17CB-1E82C78AE811}"/>
          </ac:spMkLst>
        </pc:spChg>
      </pc:sldChg>
      <pc:sldChg chg="addSp modSp add mod modTransition setBg">
        <pc:chgData name="Máté Szabó" userId="2f03df7a9cf565c0" providerId="LiveId" clId="{DEE2C60F-B09D-490D-A62E-34A866CB8C73}" dt="2026-04-15T21:44:16.752" v="3649" actId="1076"/>
        <pc:sldMkLst>
          <pc:docMk/>
          <pc:sldMk cId="183680131" sldId="272"/>
        </pc:sldMkLst>
        <pc:spChg chg="add mod">
          <ac:chgData name="Máté Szabó" userId="2f03df7a9cf565c0" providerId="LiveId" clId="{DEE2C60F-B09D-490D-A62E-34A866CB8C73}" dt="2026-04-15T21:44:02.904" v="3644" actId="1076"/>
          <ac:spMkLst>
            <pc:docMk/>
            <pc:sldMk cId="183680131" sldId="272"/>
            <ac:spMk id="3" creationId="{27035097-DCD4-0019-01E2-7727404A353D}"/>
          </ac:spMkLst>
        </pc:spChg>
        <pc:spChg chg="add mod">
          <ac:chgData name="Máté Szabó" userId="2f03df7a9cf565c0" providerId="LiveId" clId="{DEE2C60F-B09D-490D-A62E-34A866CB8C73}" dt="2026-04-15T21:44:05.928" v="3645" actId="1076"/>
          <ac:spMkLst>
            <pc:docMk/>
            <pc:sldMk cId="183680131" sldId="272"/>
            <ac:spMk id="5" creationId="{E5874D9C-3FA2-0C05-71A2-558778D0F696}"/>
          </ac:spMkLst>
        </pc:spChg>
        <pc:spChg chg="add mod">
          <ac:chgData name="Máté Szabó" userId="2f03df7a9cf565c0" providerId="LiveId" clId="{DEE2C60F-B09D-490D-A62E-34A866CB8C73}" dt="2026-04-15T21:44:16.752" v="3649" actId="1076"/>
          <ac:spMkLst>
            <pc:docMk/>
            <pc:sldMk cId="183680131" sldId="272"/>
            <ac:spMk id="7" creationId="{592F8E43-9A80-F7CA-2FA1-E452AF483FB6}"/>
          </ac:spMkLst>
        </pc:spChg>
        <pc:spChg chg="add mod">
          <ac:chgData name="Máté Szabó" userId="2f03df7a9cf565c0" providerId="LiveId" clId="{DEE2C60F-B09D-490D-A62E-34A866CB8C73}" dt="2026-04-15T21:44:14.497" v="3648" actId="1076"/>
          <ac:spMkLst>
            <pc:docMk/>
            <pc:sldMk cId="183680131" sldId="272"/>
            <ac:spMk id="9" creationId="{D090D462-55D8-7682-7DED-A41B3E0A8D0B}"/>
          </ac:spMkLst>
        </pc:spChg>
        <pc:spChg chg="add mod">
          <ac:chgData name="Máté Szabó" userId="2f03df7a9cf565c0" providerId="LiveId" clId="{DEE2C60F-B09D-490D-A62E-34A866CB8C73}" dt="2026-04-15T21:44:12.120" v="3647" actId="1076"/>
          <ac:spMkLst>
            <pc:docMk/>
            <pc:sldMk cId="183680131" sldId="272"/>
            <ac:spMk id="11" creationId="{6781AB0C-2C29-EEFE-4641-425FE670711C}"/>
          </ac:spMkLst>
        </pc:spChg>
        <pc:spChg chg="add mod">
          <ac:chgData name="Máté Szabó" userId="2f03df7a9cf565c0" providerId="LiveId" clId="{DEE2C60F-B09D-490D-A62E-34A866CB8C73}" dt="2026-04-15T21:44:10.120" v="3646" actId="1076"/>
          <ac:spMkLst>
            <pc:docMk/>
            <pc:sldMk cId="183680131" sldId="272"/>
            <ac:spMk id="13" creationId="{B11458DC-5FB7-EA59-7600-0C290054B034}"/>
          </ac:spMkLst>
        </pc:spChg>
      </pc:sldChg>
      <pc:sldChg chg="addSp modSp add mod modTransition">
        <pc:chgData name="Máté Szabó" userId="2f03df7a9cf565c0" providerId="LiveId" clId="{DEE2C60F-B09D-490D-A62E-34A866CB8C73}" dt="2026-04-16T07:45:36.260" v="3890" actId="1076"/>
        <pc:sldMkLst>
          <pc:docMk/>
          <pc:sldMk cId="1398198164" sldId="274"/>
        </pc:sldMkLst>
        <pc:spChg chg="mod">
          <ac:chgData name="Máté Szabó" userId="2f03df7a9cf565c0" providerId="LiveId" clId="{DEE2C60F-B09D-490D-A62E-34A866CB8C73}" dt="2026-04-15T21:22:16.779" v="3159" actId="1076"/>
          <ac:spMkLst>
            <pc:docMk/>
            <pc:sldMk cId="1398198164" sldId="274"/>
            <ac:spMk id="3" creationId="{7BEB7870-50EB-E115-EFE6-A3DFA29565C2}"/>
          </ac:spMkLst>
        </pc:spChg>
        <pc:spChg chg="mod">
          <ac:chgData name="Máté Szabó" userId="2f03df7a9cf565c0" providerId="LiveId" clId="{DEE2C60F-B09D-490D-A62E-34A866CB8C73}" dt="2026-04-15T21:23:51.117" v="3176" actId="20577"/>
          <ac:spMkLst>
            <pc:docMk/>
            <pc:sldMk cId="1398198164" sldId="274"/>
            <ac:spMk id="5" creationId="{B842DF75-8AE4-BF0C-CA21-032ABD5B1B0B}"/>
          </ac:spMkLst>
        </pc:spChg>
        <pc:picChg chg="add mod">
          <ac:chgData name="Máté Szabó" userId="2f03df7a9cf565c0" providerId="LiveId" clId="{DEE2C60F-B09D-490D-A62E-34A866CB8C73}" dt="2026-04-16T07:45:15.162" v="3883" actId="1076"/>
          <ac:picMkLst>
            <pc:docMk/>
            <pc:sldMk cId="1398198164" sldId="274"/>
            <ac:picMk id="4" creationId="{3F668E64-D106-FCCC-2BC0-D85A4A599C1A}"/>
          </ac:picMkLst>
        </pc:picChg>
        <pc:picChg chg="add mod">
          <ac:chgData name="Máté Szabó" userId="2f03df7a9cf565c0" providerId="LiveId" clId="{DEE2C60F-B09D-490D-A62E-34A866CB8C73}" dt="2026-04-16T07:45:36.260" v="3890" actId="1076"/>
          <ac:picMkLst>
            <pc:docMk/>
            <pc:sldMk cId="1398198164" sldId="274"/>
            <ac:picMk id="7" creationId="{E4CEB002-1ECE-CCFF-E676-239D0984A247}"/>
          </ac:picMkLst>
        </pc:picChg>
      </pc:sldChg>
      <pc:sldChg chg="addSp modSp add mod">
        <pc:chgData name="Máté Szabó" userId="2f03df7a9cf565c0" providerId="LiveId" clId="{DEE2C60F-B09D-490D-A62E-34A866CB8C73}" dt="2026-04-16T07:59:03.827" v="3964" actId="1076"/>
        <pc:sldMkLst>
          <pc:docMk/>
          <pc:sldMk cId="74052540" sldId="275"/>
        </pc:sldMkLst>
        <pc:spChg chg="mod">
          <ac:chgData name="Máté Szabó" userId="2f03df7a9cf565c0" providerId="LiveId" clId="{DEE2C60F-B09D-490D-A62E-34A866CB8C73}" dt="2026-04-15T21:22:34.508" v="3162" actId="1076"/>
          <ac:spMkLst>
            <pc:docMk/>
            <pc:sldMk cId="74052540" sldId="275"/>
            <ac:spMk id="3" creationId="{6C399E3C-BA31-3E1D-610C-6F37DC15A2A5}"/>
          </ac:spMkLst>
        </pc:spChg>
        <pc:spChg chg="mod">
          <ac:chgData name="Máté Szabó" userId="2f03df7a9cf565c0" providerId="LiveId" clId="{DEE2C60F-B09D-490D-A62E-34A866CB8C73}" dt="2026-04-16T07:59:02.058" v="3963" actId="1076"/>
          <ac:spMkLst>
            <pc:docMk/>
            <pc:sldMk cId="74052540" sldId="275"/>
            <ac:spMk id="5" creationId="{B1CA9F36-3826-65C3-8AA3-B9AD8ACE0BA4}"/>
          </ac:spMkLst>
        </pc:spChg>
        <pc:picChg chg="add mod">
          <ac:chgData name="Máté Szabó" userId="2f03df7a9cf565c0" providerId="LiveId" clId="{DEE2C60F-B09D-490D-A62E-34A866CB8C73}" dt="2026-04-16T07:59:03.827" v="3964" actId="1076"/>
          <ac:picMkLst>
            <pc:docMk/>
            <pc:sldMk cId="74052540" sldId="275"/>
            <ac:picMk id="2" creationId="{83B0F446-88E7-9C30-0A36-BAA72B67B5E3}"/>
          </ac:picMkLst>
        </pc:picChg>
      </pc:sldChg>
      <pc:sldChg chg="addSp delSp modSp add mod ord">
        <pc:chgData name="Máté Szabó" userId="2f03df7a9cf565c0" providerId="LiveId" clId="{DEE2C60F-B09D-490D-A62E-34A866CB8C73}" dt="2026-04-16T07:58:46.955" v="3960" actId="1076"/>
        <pc:sldMkLst>
          <pc:docMk/>
          <pc:sldMk cId="130506743" sldId="276"/>
        </pc:sldMkLst>
        <pc:spChg chg="mod">
          <ac:chgData name="Máté Szabó" userId="2f03df7a9cf565c0" providerId="LiveId" clId="{DEE2C60F-B09D-490D-A62E-34A866CB8C73}" dt="2026-04-15T21:22:59.538" v="3166" actId="1076"/>
          <ac:spMkLst>
            <pc:docMk/>
            <pc:sldMk cId="130506743" sldId="276"/>
            <ac:spMk id="3" creationId="{1C3BC460-61CC-C7C0-2B0E-B0F1FA3E041E}"/>
          </ac:spMkLst>
        </pc:spChg>
        <pc:spChg chg="mod">
          <ac:chgData name="Máté Szabó" userId="2f03df7a9cf565c0" providerId="LiveId" clId="{DEE2C60F-B09D-490D-A62E-34A866CB8C73}" dt="2026-04-16T07:46:21.946" v="3894" actId="20577"/>
          <ac:spMkLst>
            <pc:docMk/>
            <pc:sldMk cId="130506743" sldId="276"/>
            <ac:spMk id="5" creationId="{DA1257C7-0DE9-B42E-CBD5-AD525CE8A425}"/>
          </ac:spMkLst>
        </pc:spChg>
        <pc:picChg chg="add mod">
          <ac:chgData name="Máté Szabó" userId="2f03df7a9cf565c0" providerId="LiveId" clId="{DEE2C60F-B09D-490D-A62E-34A866CB8C73}" dt="2026-04-16T07:58:46.955" v="3960" actId="1076"/>
          <ac:picMkLst>
            <pc:docMk/>
            <pc:sldMk cId="130506743" sldId="276"/>
            <ac:picMk id="4" creationId="{6E07CCCB-183B-4BEB-3EA7-9B72D7DA1592}"/>
          </ac:picMkLst>
        </pc:picChg>
      </pc:sldChg>
      <pc:sldChg chg="addSp delSp modSp add mod">
        <pc:chgData name="Máté Szabó" userId="2f03df7a9cf565c0" providerId="LiveId" clId="{DEE2C60F-B09D-490D-A62E-34A866CB8C73}" dt="2026-04-16T07:50:11.023" v="3929" actId="1076"/>
        <pc:sldMkLst>
          <pc:docMk/>
          <pc:sldMk cId="2388471907" sldId="277"/>
        </pc:sldMkLst>
        <pc:spChg chg="mod">
          <ac:chgData name="Máté Szabó" userId="2f03df7a9cf565c0" providerId="LiveId" clId="{DEE2C60F-B09D-490D-A62E-34A866CB8C73}" dt="2026-04-15T21:23:22.729" v="3170" actId="1076"/>
          <ac:spMkLst>
            <pc:docMk/>
            <pc:sldMk cId="2388471907" sldId="277"/>
            <ac:spMk id="3" creationId="{62E28976-8FA5-F3B6-7915-F8D39A8382CB}"/>
          </ac:spMkLst>
        </pc:spChg>
        <pc:spChg chg="mod">
          <ac:chgData name="Máté Szabó" userId="2f03df7a9cf565c0" providerId="LiveId" clId="{DEE2C60F-B09D-490D-A62E-34A866CB8C73}" dt="2026-04-15T21:24:51.644" v="3192" actId="20577"/>
          <ac:spMkLst>
            <pc:docMk/>
            <pc:sldMk cId="2388471907" sldId="277"/>
            <ac:spMk id="5" creationId="{FE93110E-6F46-FC8E-FDF9-4DEAB6C14A17}"/>
          </ac:spMkLst>
        </pc:spChg>
        <pc:picChg chg="add mod">
          <ac:chgData name="Máté Szabó" userId="2f03df7a9cf565c0" providerId="LiveId" clId="{DEE2C60F-B09D-490D-A62E-34A866CB8C73}" dt="2026-04-16T07:50:11.023" v="3929" actId="1076"/>
          <ac:picMkLst>
            <pc:docMk/>
            <pc:sldMk cId="2388471907" sldId="277"/>
            <ac:picMk id="4" creationId="{BC8065D0-5E62-CC05-AC5B-03F2CCCCF86D}"/>
          </ac:picMkLst>
        </pc:picChg>
      </pc:sldChg>
      <pc:sldChg chg="addSp delSp modSp new mod modTransition">
        <pc:chgData name="Máté Szabó" userId="2f03df7a9cf565c0" providerId="LiveId" clId="{DEE2C60F-B09D-490D-A62E-34A866CB8C73}" dt="2026-04-15T21:42:45.266" v="3643" actId="1076"/>
        <pc:sldMkLst>
          <pc:docMk/>
          <pc:sldMk cId="3813949537" sldId="278"/>
        </pc:sldMkLst>
        <pc:spChg chg="add mod">
          <ac:chgData name="Máté Szabó" userId="2f03df7a9cf565c0" providerId="LiveId" clId="{DEE2C60F-B09D-490D-A62E-34A866CB8C73}" dt="2026-04-15T21:42:45.266" v="3643" actId="1076"/>
          <ac:spMkLst>
            <pc:docMk/>
            <pc:sldMk cId="3813949537" sldId="278"/>
            <ac:spMk id="3" creationId="{BDB8D95F-EDFE-19A7-FD5E-C97936F9865B}"/>
          </ac:spMkLst>
        </pc:spChg>
      </pc:sldChg>
      <pc:sldChg chg="addSp delSp modSp new mod modTransition">
        <pc:chgData name="Máté Szabó" userId="2f03df7a9cf565c0" providerId="LiveId" clId="{DEE2C60F-B09D-490D-A62E-34A866CB8C73}" dt="2026-04-21T08:17:30.395" v="4235" actId="1076"/>
        <pc:sldMkLst>
          <pc:docMk/>
          <pc:sldMk cId="1001699179" sldId="279"/>
        </pc:sldMkLst>
        <pc:spChg chg="del">
          <ac:chgData name="Máté Szabó" userId="2f03df7a9cf565c0" providerId="LiveId" clId="{DEE2C60F-B09D-490D-A62E-34A866CB8C73}" dt="2026-04-21T08:04:53.439" v="3968" actId="478"/>
          <ac:spMkLst>
            <pc:docMk/>
            <pc:sldMk cId="1001699179" sldId="279"/>
            <ac:spMk id="2" creationId="{2881D44A-F346-1F98-1539-91D9E7085523}"/>
          </ac:spMkLst>
        </pc:spChg>
        <pc:spChg chg="del">
          <ac:chgData name="Máté Szabó" userId="2f03df7a9cf565c0" providerId="LiveId" clId="{DEE2C60F-B09D-490D-A62E-34A866CB8C73}" dt="2026-04-21T08:04:50.115" v="3966" actId="478"/>
          <ac:spMkLst>
            <pc:docMk/>
            <pc:sldMk cId="1001699179" sldId="279"/>
            <ac:spMk id="3" creationId="{769D90E4-1CDC-BA60-03DD-550173C35E89}"/>
          </ac:spMkLst>
        </pc:spChg>
        <pc:spChg chg="del">
          <ac:chgData name="Máté Szabó" userId="2f03df7a9cf565c0" providerId="LiveId" clId="{DEE2C60F-B09D-490D-A62E-34A866CB8C73}" dt="2026-04-21T08:04:51.481" v="3967" actId="478"/>
          <ac:spMkLst>
            <pc:docMk/>
            <pc:sldMk cId="1001699179" sldId="279"/>
            <ac:spMk id="4" creationId="{A308CE37-54F1-07BB-2184-751D1EB22D32}"/>
          </ac:spMkLst>
        </pc:spChg>
        <pc:spChg chg="add mod">
          <ac:chgData name="Máté Szabó" userId="2f03df7a9cf565c0" providerId="LiveId" clId="{DEE2C60F-B09D-490D-A62E-34A866CB8C73}" dt="2026-04-21T08:05:26.626" v="3987" actId="14838"/>
          <ac:spMkLst>
            <pc:docMk/>
            <pc:sldMk cId="1001699179" sldId="279"/>
            <ac:spMk id="6" creationId="{4C3995E6-9BB7-4513-2122-BBC5062515D3}"/>
          </ac:spMkLst>
        </pc:spChg>
        <pc:spChg chg="add mod">
          <ac:chgData name="Máté Szabó" userId="2f03df7a9cf565c0" providerId="LiveId" clId="{DEE2C60F-B09D-490D-A62E-34A866CB8C73}" dt="2026-04-21T08:05:55.812" v="3991" actId="1076"/>
          <ac:spMkLst>
            <pc:docMk/>
            <pc:sldMk cId="1001699179" sldId="279"/>
            <ac:spMk id="8" creationId="{BDDE5915-3CAB-BFA6-CFC4-647AB0BF7647}"/>
          </ac:spMkLst>
        </pc:spChg>
        <pc:spChg chg="add mod">
          <ac:chgData name="Máté Szabó" userId="2f03df7a9cf565c0" providerId="LiveId" clId="{DEE2C60F-B09D-490D-A62E-34A866CB8C73}" dt="2026-04-21T08:10:27.489" v="4035" actId="1076"/>
          <ac:spMkLst>
            <pc:docMk/>
            <pc:sldMk cId="1001699179" sldId="279"/>
            <ac:spMk id="10" creationId="{30B00EB9-338D-95C7-6649-33F52511EC18}"/>
          </ac:spMkLst>
        </pc:spChg>
        <pc:spChg chg="add mod">
          <ac:chgData name="Máté Szabó" userId="2f03df7a9cf565c0" providerId="LiveId" clId="{DEE2C60F-B09D-490D-A62E-34A866CB8C73}" dt="2026-04-21T08:06:46.143" v="4004" actId="1076"/>
          <ac:spMkLst>
            <pc:docMk/>
            <pc:sldMk cId="1001699179" sldId="279"/>
            <ac:spMk id="12" creationId="{936E76C4-C616-8241-8B2F-21B50394A6D4}"/>
          </ac:spMkLst>
        </pc:spChg>
        <pc:spChg chg="add mod">
          <ac:chgData name="Máté Szabó" userId="2f03df7a9cf565c0" providerId="LiveId" clId="{DEE2C60F-B09D-490D-A62E-34A866CB8C73}" dt="2026-04-21T08:17:15.136" v="4231" actId="1076"/>
          <ac:spMkLst>
            <pc:docMk/>
            <pc:sldMk cId="1001699179" sldId="279"/>
            <ac:spMk id="14" creationId="{F121DA89-3F1B-1E0E-34E2-A332D4448155}"/>
          </ac:spMkLst>
        </pc:spChg>
        <pc:spChg chg="add mod">
          <ac:chgData name="Máté Szabó" userId="2f03df7a9cf565c0" providerId="LiveId" clId="{DEE2C60F-B09D-490D-A62E-34A866CB8C73}" dt="2026-04-21T08:10:20.909" v="4033" actId="14100"/>
          <ac:spMkLst>
            <pc:docMk/>
            <pc:sldMk cId="1001699179" sldId="279"/>
            <ac:spMk id="15" creationId="{4BB5C468-9AA7-9A59-F3B5-450823DD7247}"/>
          </ac:spMkLst>
        </pc:spChg>
        <pc:picChg chg="add mod">
          <ac:chgData name="Máté Szabó" userId="2f03df7a9cf565c0" providerId="LiveId" clId="{DEE2C60F-B09D-490D-A62E-34A866CB8C73}" dt="2026-04-21T08:17:30.395" v="4235" actId="1076"/>
          <ac:picMkLst>
            <pc:docMk/>
            <pc:sldMk cId="1001699179" sldId="279"/>
            <ac:picMk id="1026" creationId="{8D5BCA25-2BB8-F169-FD9E-77C82BC7C84C}"/>
          </ac:picMkLst>
        </pc:picChg>
        <pc:picChg chg="add del">
          <ac:chgData name="Máté Szabó" userId="2f03df7a9cf565c0" providerId="LiveId" clId="{DEE2C60F-B09D-490D-A62E-34A866CB8C73}" dt="2026-04-21T08:07:57.829" v="4014" actId="478"/>
          <ac:picMkLst>
            <pc:docMk/>
            <pc:sldMk cId="1001699179" sldId="279"/>
            <ac:picMk id="1028" creationId="{19B73047-94AB-418B-61FA-5A0A7E4F2C6E}"/>
          </ac:picMkLst>
        </pc:picChg>
        <pc:picChg chg="add mod">
          <ac:chgData name="Máté Szabó" userId="2f03df7a9cf565c0" providerId="LiveId" clId="{DEE2C60F-B09D-490D-A62E-34A866CB8C73}" dt="2026-04-21T08:17:21.646" v="4233" actId="1076"/>
          <ac:picMkLst>
            <pc:docMk/>
            <pc:sldMk cId="1001699179" sldId="279"/>
            <ac:picMk id="1030" creationId="{1AB6D68D-67FC-8CFF-2F04-BE11B3251F4B}"/>
          </ac:picMkLst>
        </pc:picChg>
        <pc:picChg chg="add">
          <ac:chgData name="Máté Szabó" userId="2f03df7a9cf565c0" providerId="LiveId" clId="{DEE2C60F-B09D-490D-A62E-34A866CB8C73}" dt="2026-04-21T08:10:03.755" v="4031"/>
          <ac:picMkLst>
            <pc:docMk/>
            <pc:sldMk cId="1001699179" sldId="279"/>
            <ac:picMk id="1032" creationId="{145D9F68-91B4-4B02-DF35-2EBEA3510E5E}"/>
          </ac:picMkLst>
        </pc:picChg>
        <pc:picChg chg="add mod">
          <ac:chgData name="Máté Szabó" userId="2f03df7a9cf565c0" providerId="LiveId" clId="{DEE2C60F-B09D-490D-A62E-34A866CB8C73}" dt="2026-04-21T08:11:26.272" v="4212" actId="14861"/>
          <ac:picMkLst>
            <pc:docMk/>
            <pc:sldMk cId="1001699179" sldId="279"/>
            <ac:picMk id="1036" creationId="{BE47ADB9-777C-4E25-A28E-0F41DF14844A}"/>
          </ac:picMkLst>
        </pc:picChg>
        <pc:picChg chg="add mod">
          <ac:chgData name="Máté Szabó" userId="2f03df7a9cf565c0" providerId="LiveId" clId="{DEE2C60F-B09D-490D-A62E-34A866CB8C73}" dt="2026-04-21T08:12:59.419" v="4225" actId="1076"/>
          <ac:picMkLst>
            <pc:docMk/>
            <pc:sldMk cId="1001699179" sldId="279"/>
            <ac:picMk id="1038" creationId="{12321901-A6BF-1CBC-624C-8A6F7B7845FE}"/>
          </ac:picMkLst>
        </pc:picChg>
      </pc:sldChg>
      <pc:sldChg chg="addSp delSp modSp new mod modTransition">
        <pc:chgData name="Máté Szabó" userId="2f03df7a9cf565c0" providerId="LiveId" clId="{DEE2C60F-B09D-490D-A62E-34A866CB8C73}" dt="2026-04-21T09:17:35.964" v="4603"/>
        <pc:sldMkLst>
          <pc:docMk/>
          <pc:sldMk cId="2864249163" sldId="280"/>
        </pc:sldMkLst>
        <pc:spChg chg="del">
          <ac:chgData name="Máté Szabó" userId="2f03df7a9cf565c0" providerId="LiveId" clId="{DEE2C60F-B09D-490D-A62E-34A866CB8C73}" dt="2026-04-21T08:22:47.096" v="4239" actId="478"/>
          <ac:spMkLst>
            <pc:docMk/>
            <pc:sldMk cId="2864249163" sldId="280"/>
            <ac:spMk id="2" creationId="{8BCCB760-D155-8620-ABAF-504C6C15043C}"/>
          </ac:spMkLst>
        </pc:spChg>
        <pc:spChg chg="del">
          <ac:chgData name="Máté Szabó" userId="2f03df7a9cf565c0" providerId="LiveId" clId="{DEE2C60F-B09D-490D-A62E-34A866CB8C73}" dt="2026-04-21T08:22:44.068" v="4237" actId="478"/>
          <ac:spMkLst>
            <pc:docMk/>
            <pc:sldMk cId="2864249163" sldId="280"/>
            <ac:spMk id="3" creationId="{89F305FE-EDCF-83A9-26C3-C0FA983B6624}"/>
          </ac:spMkLst>
        </pc:spChg>
        <pc:spChg chg="del">
          <ac:chgData name="Máté Szabó" userId="2f03df7a9cf565c0" providerId="LiveId" clId="{DEE2C60F-B09D-490D-A62E-34A866CB8C73}" dt="2026-04-21T08:22:45.839" v="4238" actId="478"/>
          <ac:spMkLst>
            <pc:docMk/>
            <pc:sldMk cId="2864249163" sldId="280"/>
            <ac:spMk id="4" creationId="{65B9571E-4349-0D09-BEBC-DD580E400266}"/>
          </ac:spMkLst>
        </pc:spChg>
        <pc:spChg chg="add del mod">
          <ac:chgData name="Máté Szabó" userId="2f03df7a9cf565c0" providerId="LiveId" clId="{DEE2C60F-B09D-490D-A62E-34A866CB8C73}" dt="2026-04-21T08:23:04.377" v="4247" actId="478"/>
          <ac:spMkLst>
            <pc:docMk/>
            <pc:sldMk cId="2864249163" sldId="280"/>
            <ac:spMk id="5" creationId="{401DAFAD-1611-ADE3-6D41-2201FFDE718C}"/>
          </ac:spMkLst>
        </pc:spChg>
        <pc:spChg chg="add mod">
          <ac:chgData name="Máté Szabó" userId="2f03df7a9cf565c0" providerId="LiveId" clId="{DEE2C60F-B09D-490D-A62E-34A866CB8C73}" dt="2026-04-21T08:29:19.594" v="4304" actId="115"/>
          <ac:spMkLst>
            <pc:docMk/>
            <pc:sldMk cId="2864249163" sldId="280"/>
            <ac:spMk id="7" creationId="{09EAC99C-300F-EC83-221D-0C711EAD7FFF}"/>
          </ac:spMkLst>
        </pc:spChg>
        <pc:spChg chg="add mod">
          <ac:chgData name="Máté Szabó" userId="2f03df7a9cf565c0" providerId="LiveId" clId="{DEE2C60F-B09D-490D-A62E-34A866CB8C73}" dt="2026-04-21T08:29:26.285" v="4305" actId="1076"/>
          <ac:spMkLst>
            <pc:docMk/>
            <pc:sldMk cId="2864249163" sldId="280"/>
            <ac:spMk id="9" creationId="{752CC6D6-7131-C8E6-AD7F-ACCE2F31E53D}"/>
          </ac:spMkLst>
        </pc:spChg>
        <pc:spChg chg="add mod">
          <ac:chgData name="Máté Szabó" userId="2f03df7a9cf565c0" providerId="LiveId" clId="{DEE2C60F-B09D-490D-A62E-34A866CB8C73}" dt="2026-04-21T08:31:02.465" v="4314" actId="20577"/>
          <ac:spMkLst>
            <pc:docMk/>
            <pc:sldMk cId="2864249163" sldId="280"/>
            <ac:spMk id="11" creationId="{693796FA-2B37-1799-5B3B-BFC30AE6CD14}"/>
          </ac:spMkLst>
        </pc:spChg>
        <pc:spChg chg="add mod">
          <ac:chgData name="Máté Szabó" userId="2f03df7a9cf565c0" providerId="LiveId" clId="{DEE2C60F-B09D-490D-A62E-34A866CB8C73}" dt="2026-04-21T08:36:15.315" v="4340" actId="1076"/>
          <ac:spMkLst>
            <pc:docMk/>
            <pc:sldMk cId="2864249163" sldId="280"/>
            <ac:spMk id="13" creationId="{879756E7-87E2-36F2-C861-F36A515AB94B}"/>
          </ac:spMkLst>
        </pc:spChg>
        <pc:spChg chg="add mod">
          <ac:chgData name="Máté Szabó" userId="2f03df7a9cf565c0" providerId="LiveId" clId="{DEE2C60F-B09D-490D-A62E-34A866CB8C73}" dt="2026-04-21T08:36:12.634" v="4339" actId="1076"/>
          <ac:spMkLst>
            <pc:docMk/>
            <pc:sldMk cId="2864249163" sldId="280"/>
            <ac:spMk id="15" creationId="{6D0B9276-D7C0-334A-29CE-8CA2CFD14DD8}"/>
          </ac:spMkLst>
        </pc:spChg>
        <pc:spChg chg="add">
          <ac:chgData name="Máté Szabó" userId="2f03df7a9cf565c0" providerId="LiveId" clId="{DEE2C60F-B09D-490D-A62E-34A866CB8C73}" dt="2026-04-21T08:35:11.971" v="4326"/>
          <ac:spMkLst>
            <pc:docMk/>
            <pc:sldMk cId="2864249163" sldId="280"/>
            <ac:spMk id="16" creationId="{BB184446-835C-BD4F-7886-06E14C14E8D1}"/>
          </ac:spMkLst>
        </pc:spChg>
        <pc:spChg chg="add del">
          <ac:chgData name="Máté Szabó" userId="2f03df7a9cf565c0" providerId="LiveId" clId="{DEE2C60F-B09D-490D-A62E-34A866CB8C73}" dt="2026-04-21T08:35:18.527" v="4328" actId="478"/>
          <ac:spMkLst>
            <pc:docMk/>
            <pc:sldMk cId="2864249163" sldId="280"/>
            <ac:spMk id="17" creationId="{DF66D96A-0ADD-C49D-83F1-5711198B92B8}"/>
          </ac:spMkLst>
        </pc:spChg>
        <pc:picChg chg="add mod">
          <ac:chgData name="Máté Szabó" userId="2f03df7a9cf565c0" providerId="LiveId" clId="{DEE2C60F-B09D-490D-A62E-34A866CB8C73}" dt="2026-04-21T08:37:57.127" v="4358" actId="1076"/>
          <ac:picMkLst>
            <pc:docMk/>
            <pc:sldMk cId="2864249163" sldId="280"/>
            <ac:picMk id="19" creationId="{846C9FAE-E6D0-0A27-8DA1-A85796C90529}"/>
          </ac:picMkLst>
        </pc:picChg>
      </pc:sldChg>
      <pc:sldChg chg="new del">
        <pc:chgData name="Máté Szabó" userId="2f03df7a9cf565c0" providerId="LiveId" clId="{DEE2C60F-B09D-490D-A62E-34A866CB8C73}" dt="2026-04-21T08:34:47.728" v="4317" actId="2696"/>
        <pc:sldMkLst>
          <pc:docMk/>
          <pc:sldMk cId="612712083" sldId="281"/>
        </pc:sldMkLst>
      </pc:sldChg>
      <pc:sldChg chg="addSp delSp modSp new mod ord modTransition">
        <pc:chgData name="Máté Szabó" userId="2f03df7a9cf565c0" providerId="LiveId" clId="{DEE2C60F-B09D-490D-A62E-34A866CB8C73}" dt="2026-04-21T09:13:38.249" v="4596"/>
        <pc:sldMkLst>
          <pc:docMk/>
          <pc:sldMk cId="4078755056" sldId="281"/>
        </pc:sldMkLst>
        <pc:spChg chg="del">
          <ac:chgData name="Máté Szabó" userId="2f03df7a9cf565c0" providerId="LiveId" clId="{DEE2C60F-B09D-490D-A62E-34A866CB8C73}" dt="2026-04-21T08:35:05.959" v="4325" actId="478"/>
          <ac:spMkLst>
            <pc:docMk/>
            <pc:sldMk cId="4078755056" sldId="281"/>
            <ac:spMk id="2" creationId="{4EECAD75-7D70-74DD-6ECE-908E179AFC3B}"/>
          </ac:spMkLst>
        </pc:spChg>
        <pc:spChg chg="del">
          <ac:chgData name="Máté Szabó" userId="2f03df7a9cf565c0" providerId="LiveId" clId="{DEE2C60F-B09D-490D-A62E-34A866CB8C73}" dt="2026-04-21T08:35:03.455" v="4323" actId="478"/>
          <ac:spMkLst>
            <pc:docMk/>
            <pc:sldMk cId="4078755056" sldId="281"/>
            <ac:spMk id="3" creationId="{D85231C7-587C-73CF-F22F-E7DAA8DB4E09}"/>
          </ac:spMkLst>
        </pc:spChg>
        <pc:spChg chg="del">
          <ac:chgData name="Máté Szabó" userId="2f03df7a9cf565c0" providerId="LiveId" clId="{DEE2C60F-B09D-490D-A62E-34A866CB8C73}" dt="2026-04-21T08:35:05.049" v="4324" actId="478"/>
          <ac:spMkLst>
            <pc:docMk/>
            <pc:sldMk cId="4078755056" sldId="281"/>
            <ac:spMk id="4" creationId="{AFF2C6C7-908C-8658-52C5-18D8F3BD306A}"/>
          </ac:spMkLst>
        </pc:spChg>
        <pc:spChg chg="add">
          <ac:chgData name="Máté Szabó" userId="2f03df7a9cf565c0" providerId="LiveId" clId="{DEE2C60F-B09D-490D-A62E-34A866CB8C73}" dt="2026-04-21T08:40:14.009" v="4359"/>
          <ac:spMkLst>
            <pc:docMk/>
            <pc:sldMk cId="4078755056" sldId="281"/>
            <ac:spMk id="5" creationId="{B6E5C351-B482-08D4-6280-406832CCFE5F}"/>
          </ac:spMkLst>
        </pc:spChg>
        <pc:spChg chg="add mod">
          <ac:chgData name="Máté Szabó" userId="2f03df7a9cf565c0" providerId="LiveId" clId="{DEE2C60F-B09D-490D-A62E-34A866CB8C73}" dt="2026-04-21T08:46:36.270" v="4409" actId="20577"/>
          <ac:spMkLst>
            <pc:docMk/>
            <pc:sldMk cId="4078755056" sldId="281"/>
            <ac:spMk id="9" creationId="{9AA68D86-7284-B61E-EA41-B21CA1C459BA}"/>
          </ac:spMkLst>
        </pc:spChg>
        <pc:spChg chg="add mod">
          <ac:chgData name="Máté Szabó" userId="2f03df7a9cf565c0" providerId="LiveId" clId="{DEE2C60F-B09D-490D-A62E-34A866CB8C73}" dt="2026-04-21T08:42:22.094" v="4379" actId="1076"/>
          <ac:spMkLst>
            <pc:docMk/>
            <pc:sldMk cId="4078755056" sldId="281"/>
            <ac:spMk id="13" creationId="{316552E3-2018-F437-9FB5-0BBB98B6FA20}"/>
          </ac:spMkLst>
        </pc:spChg>
        <pc:spChg chg="add mod">
          <ac:chgData name="Máté Szabó" userId="2f03df7a9cf565c0" providerId="LiveId" clId="{DEE2C60F-B09D-490D-A62E-34A866CB8C73}" dt="2026-04-21T08:42:49.082" v="4386" actId="1076"/>
          <ac:spMkLst>
            <pc:docMk/>
            <pc:sldMk cId="4078755056" sldId="281"/>
            <ac:spMk id="15" creationId="{C5AE537E-53B2-C61A-2CA1-5D86B856CF95}"/>
          </ac:spMkLst>
        </pc:spChg>
        <pc:spChg chg="add mod">
          <ac:chgData name="Máté Szabó" userId="2f03df7a9cf565c0" providerId="LiveId" clId="{DEE2C60F-B09D-490D-A62E-34A866CB8C73}" dt="2026-04-21T08:43:05.970" v="4390" actId="1076"/>
          <ac:spMkLst>
            <pc:docMk/>
            <pc:sldMk cId="4078755056" sldId="281"/>
            <ac:spMk id="17" creationId="{49EFCA68-3064-8D49-213A-442A34CDFB0A}"/>
          </ac:spMkLst>
        </pc:spChg>
        <pc:spChg chg="add mod">
          <ac:chgData name="Máté Szabó" userId="2f03df7a9cf565c0" providerId="LiveId" clId="{DEE2C60F-B09D-490D-A62E-34A866CB8C73}" dt="2026-04-21T08:43:57.582" v="4402" actId="1076"/>
          <ac:spMkLst>
            <pc:docMk/>
            <pc:sldMk cId="4078755056" sldId="281"/>
            <ac:spMk id="19" creationId="{A75A0EFF-0F82-C33A-FAC6-CC79A01AF26F}"/>
          </ac:spMkLst>
        </pc:spChg>
        <pc:picChg chg="add mod">
          <ac:chgData name="Máté Szabó" userId="2f03df7a9cf565c0" providerId="LiveId" clId="{DEE2C60F-B09D-490D-A62E-34A866CB8C73}" dt="2026-04-21T08:41:43.404" v="4372" actId="1076"/>
          <ac:picMkLst>
            <pc:docMk/>
            <pc:sldMk cId="4078755056" sldId="281"/>
            <ac:picMk id="7" creationId="{671BA07E-0C31-5A47-6CB5-48FEF2534F88}"/>
          </ac:picMkLst>
        </pc:picChg>
        <pc:picChg chg="add del">
          <ac:chgData name="Máté Szabó" userId="2f03df7a9cf565c0" providerId="LiveId" clId="{DEE2C60F-B09D-490D-A62E-34A866CB8C73}" dt="2026-04-21T08:42:04.392" v="4374" actId="22"/>
          <ac:picMkLst>
            <pc:docMk/>
            <pc:sldMk cId="4078755056" sldId="281"/>
            <ac:picMk id="11" creationId="{1B50F6A9-885A-4A0E-C2DB-6B0CD2C1383D}"/>
          </ac:picMkLst>
        </pc:picChg>
      </pc:sldChg>
      <pc:sldChg chg="addSp delSp modSp new mod ord modTransition setBg">
        <pc:chgData name="Máté Szabó" userId="2f03df7a9cf565c0" providerId="LiveId" clId="{DEE2C60F-B09D-490D-A62E-34A866CB8C73}" dt="2026-04-21T09:13:48.569" v="4597"/>
        <pc:sldMkLst>
          <pc:docMk/>
          <pc:sldMk cId="3098995611" sldId="282"/>
        </pc:sldMkLst>
        <pc:spChg chg="del">
          <ac:chgData name="Máté Szabó" userId="2f03df7a9cf565c0" providerId="LiveId" clId="{DEE2C60F-B09D-490D-A62E-34A866CB8C73}" dt="2026-04-21T08:46:54.124" v="4413" actId="478"/>
          <ac:spMkLst>
            <pc:docMk/>
            <pc:sldMk cId="3098995611" sldId="282"/>
            <ac:spMk id="2" creationId="{948887C5-0FB0-3AF3-ED30-AC429522EC44}"/>
          </ac:spMkLst>
        </pc:spChg>
        <pc:spChg chg="del">
          <ac:chgData name="Máté Szabó" userId="2f03df7a9cf565c0" providerId="LiveId" clId="{DEE2C60F-B09D-490D-A62E-34A866CB8C73}" dt="2026-04-21T08:46:52.264" v="4411" actId="478"/>
          <ac:spMkLst>
            <pc:docMk/>
            <pc:sldMk cId="3098995611" sldId="282"/>
            <ac:spMk id="3" creationId="{EED47740-EB23-9F1D-EB1F-1D2376A0430D}"/>
          </ac:spMkLst>
        </pc:spChg>
        <pc:spChg chg="del">
          <ac:chgData name="Máté Szabó" userId="2f03df7a9cf565c0" providerId="LiveId" clId="{DEE2C60F-B09D-490D-A62E-34A866CB8C73}" dt="2026-04-21T08:46:53.080" v="4412" actId="478"/>
          <ac:spMkLst>
            <pc:docMk/>
            <pc:sldMk cId="3098995611" sldId="282"/>
            <ac:spMk id="4" creationId="{B919E4A8-9769-3FE7-19C8-44D1D16E49D4}"/>
          </ac:spMkLst>
        </pc:spChg>
        <pc:spChg chg="add mod">
          <ac:chgData name="Máté Szabó" userId="2f03df7a9cf565c0" providerId="LiveId" clId="{DEE2C60F-B09D-490D-A62E-34A866CB8C73}" dt="2026-04-21T08:50:07.032" v="4439" actId="404"/>
          <ac:spMkLst>
            <pc:docMk/>
            <pc:sldMk cId="3098995611" sldId="282"/>
            <ac:spMk id="8" creationId="{30BD72FB-F119-9CD3-50DE-E935D5F2B89C}"/>
          </ac:spMkLst>
        </pc:spChg>
        <pc:spChg chg="add mod">
          <ac:chgData name="Máté Szabó" userId="2f03df7a9cf565c0" providerId="LiveId" clId="{DEE2C60F-B09D-490D-A62E-34A866CB8C73}" dt="2026-04-21T08:52:01.706" v="4469" actId="1076"/>
          <ac:spMkLst>
            <pc:docMk/>
            <pc:sldMk cId="3098995611" sldId="282"/>
            <ac:spMk id="10" creationId="{C8496FF0-FE65-41AE-2287-AEFB0A92788C}"/>
          </ac:spMkLst>
        </pc:spChg>
        <pc:spChg chg="add mod">
          <ac:chgData name="Máté Szabó" userId="2f03df7a9cf565c0" providerId="LiveId" clId="{DEE2C60F-B09D-490D-A62E-34A866CB8C73}" dt="2026-04-21T08:51:57.609" v="4467" actId="1076"/>
          <ac:spMkLst>
            <pc:docMk/>
            <pc:sldMk cId="3098995611" sldId="282"/>
            <ac:spMk id="12" creationId="{010F2B18-58A9-58EC-F77E-077D610AC405}"/>
          </ac:spMkLst>
        </pc:spChg>
        <pc:spChg chg="add mod">
          <ac:chgData name="Máté Szabó" userId="2f03df7a9cf565c0" providerId="LiveId" clId="{DEE2C60F-B09D-490D-A62E-34A866CB8C73}" dt="2026-04-21T08:51:59.416" v="4468" actId="1076"/>
          <ac:spMkLst>
            <pc:docMk/>
            <pc:sldMk cId="3098995611" sldId="282"/>
            <ac:spMk id="14" creationId="{65E0D32D-6C86-728D-011C-914C967685DB}"/>
          </ac:spMkLst>
        </pc:spChg>
        <pc:spChg chg="add mod">
          <ac:chgData name="Máté Szabó" userId="2f03df7a9cf565c0" providerId="LiveId" clId="{DEE2C60F-B09D-490D-A62E-34A866CB8C73}" dt="2026-04-21T08:51:52.337" v="4465" actId="1076"/>
          <ac:spMkLst>
            <pc:docMk/>
            <pc:sldMk cId="3098995611" sldId="282"/>
            <ac:spMk id="16" creationId="{81779F1F-6DE7-D4DA-FC1A-D388361ADDE5}"/>
          </ac:spMkLst>
        </pc:spChg>
        <pc:spChg chg="add mod">
          <ac:chgData name="Máté Szabó" userId="2f03df7a9cf565c0" providerId="LiveId" clId="{DEE2C60F-B09D-490D-A62E-34A866CB8C73}" dt="2026-04-21T08:51:49.748" v="4464" actId="1076"/>
          <ac:spMkLst>
            <pc:docMk/>
            <pc:sldMk cId="3098995611" sldId="282"/>
            <ac:spMk id="18" creationId="{19586BE3-3F2D-2BDF-2B5D-23100D44133A}"/>
          </ac:spMkLst>
        </pc:spChg>
        <pc:picChg chg="add mod">
          <ac:chgData name="Máté Szabó" userId="2f03df7a9cf565c0" providerId="LiveId" clId="{DEE2C60F-B09D-490D-A62E-34A866CB8C73}" dt="2026-04-21T08:48:18.765" v="4430" actId="1076"/>
          <ac:picMkLst>
            <pc:docMk/>
            <pc:sldMk cId="3098995611" sldId="282"/>
            <ac:picMk id="6" creationId="{A9A1C7F1-F633-76F1-D4AE-43A1CC778807}"/>
          </ac:picMkLst>
        </pc:picChg>
      </pc:sldChg>
      <pc:sldChg chg="addSp delSp modSp new mod ord modTransition">
        <pc:chgData name="Máté Szabó" userId="2f03df7a9cf565c0" providerId="LiveId" clId="{DEE2C60F-B09D-490D-A62E-34A866CB8C73}" dt="2026-04-21T09:14:55.043" v="4601"/>
        <pc:sldMkLst>
          <pc:docMk/>
          <pc:sldMk cId="1144987138" sldId="283"/>
        </pc:sldMkLst>
        <pc:spChg chg="del">
          <ac:chgData name="Máté Szabó" userId="2f03df7a9cf565c0" providerId="LiveId" clId="{DEE2C60F-B09D-490D-A62E-34A866CB8C73}" dt="2026-04-21T08:55:23.053" v="4475" actId="478"/>
          <ac:spMkLst>
            <pc:docMk/>
            <pc:sldMk cId="1144987138" sldId="283"/>
            <ac:spMk id="2" creationId="{DF87826D-D029-E156-C560-F4626D25CC3A}"/>
          </ac:spMkLst>
        </pc:spChg>
        <pc:spChg chg="del">
          <ac:chgData name="Máté Szabó" userId="2f03df7a9cf565c0" providerId="LiveId" clId="{DEE2C60F-B09D-490D-A62E-34A866CB8C73}" dt="2026-04-21T08:55:20.918" v="4473" actId="478"/>
          <ac:spMkLst>
            <pc:docMk/>
            <pc:sldMk cId="1144987138" sldId="283"/>
            <ac:spMk id="3" creationId="{7571B9D4-5FF4-6113-7DA9-D70DD2101210}"/>
          </ac:spMkLst>
        </pc:spChg>
        <pc:spChg chg="del">
          <ac:chgData name="Máté Szabó" userId="2f03df7a9cf565c0" providerId="LiveId" clId="{DEE2C60F-B09D-490D-A62E-34A866CB8C73}" dt="2026-04-21T08:55:21.854" v="4474" actId="478"/>
          <ac:spMkLst>
            <pc:docMk/>
            <pc:sldMk cId="1144987138" sldId="283"/>
            <ac:spMk id="4" creationId="{F68D9A18-F653-A7A1-92D2-C6E3E38DF267}"/>
          </ac:spMkLst>
        </pc:spChg>
        <pc:spChg chg="add mod">
          <ac:chgData name="Máté Szabó" userId="2f03df7a9cf565c0" providerId="LiveId" clId="{DEE2C60F-B09D-490D-A62E-34A866CB8C73}" dt="2026-04-21T09:09:19.304" v="4569" actId="14100"/>
          <ac:spMkLst>
            <pc:docMk/>
            <pc:sldMk cId="1144987138" sldId="283"/>
            <ac:spMk id="14" creationId="{BF4E839F-7ABC-A141-1458-C37D18512222}"/>
          </ac:spMkLst>
        </pc:spChg>
        <pc:spChg chg="add mod">
          <ac:chgData name="Máté Szabó" userId="2f03df7a9cf565c0" providerId="LiveId" clId="{DEE2C60F-B09D-490D-A62E-34A866CB8C73}" dt="2026-04-21T09:06:35.782" v="4532" actId="1076"/>
          <ac:spMkLst>
            <pc:docMk/>
            <pc:sldMk cId="1144987138" sldId="283"/>
            <ac:spMk id="16" creationId="{D72A26E4-85EA-CC8E-7198-7635426B621D}"/>
          </ac:spMkLst>
        </pc:spChg>
        <pc:spChg chg="add mod">
          <ac:chgData name="Máté Szabó" userId="2f03df7a9cf565c0" providerId="LiveId" clId="{DEE2C60F-B09D-490D-A62E-34A866CB8C73}" dt="2026-04-21T09:11:28.487" v="4588" actId="113"/>
          <ac:spMkLst>
            <pc:docMk/>
            <pc:sldMk cId="1144987138" sldId="283"/>
            <ac:spMk id="18" creationId="{E0218FD9-03DA-9444-C1FE-87F6DB64A739}"/>
          </ac:spMkLst>
        </pc:spChg>
        <pc:spChg chg="add mod">
          <ac:chgData name="Máté Szabó" userId="2f03df7a9cf565c0" providerId="LiveId" clId="{DEE2C60F-B09D-490D-A62E-34A866CB8C73}" dt="2026-04-21T09:12:27.514" v="4592" actId="1076"/>
          <ac:spMkLst>
            <pc:docMk/>
            <pc:sldMk cId="1144987138" sldId="283"/>
            <ac:spMk id="20" creationId="{CB5428ED-B7F8-8E19-B648-6DECAAE1DB57}"/>
          </ac:spMkLst>
        </pc:spChg>
        <pc:spChg chg="add mod">
          <ac:chgData name="Máté Szabó" userId="2f03df7a9cf565c0" providerId="LiveId" clId="{DEE2C60F-B09D-490D-A62E-34A866CB8C73}" dt="2026-04-21T09:12:32.315" v="4593" actId="1076"/>
          <ac:spMkLst>
            <pc:docMk/>
            <pc:sldMk cId="1144987138" sldId="283"/>
            <ac:spMk id="22" creationId="{264601F0-E057-F686-EF37-08890C26CF38}"/>
          </ac:spMkLst>
        </pc:spChg>
        <pc:spChg chg="add mod">
          <ac:chgData name="Máté Szabó" userId="2f03df7a9cf565c0" providerId="LiveId" clId="{DEE2C60F-B09D-490D-A62E-34A866CB8C73}" dt="2026-04-21T09:12:35.186" v="4594" actId="1076"/>
          <ac:spMkLst>
            <pc:docMk/>
            <pc:sldMk cId="1144987138" sldId="283"/>
            <ac:spMk id="24" creationId="{5ED912AD-7715-3548-E557-BBD66DE9A050}"/>
          </ac:spMkLst>
        </pc:spChg>
        <pc:picChg chg="add del mod">
          <ac:chgData name="Máté Szabó" userId="2f03df7a9cf565c0" providerId="LiveId" clId="{DEE2C60F-B09D-490D-A62E-34A866CB8C73}" dt="2026-04-21T09:02:19.540" v="4479" actId="478"/>
          <ac:picMkLst>
            <pc:docMk/>
            <pc:sldMk cId="1144987138" sldId="283"/>
            <ac:picMk id="6" creationId="{27DDE201-1719-2424-717A-A7D765E5FCE9}"/>
          </ac:picMkLst>
        </pc:picChg>
        <pc:picChg chg="add mod">
          <ac:chgData name="Máté Szabó" userId="2f03df7a9cf565c0" providerId="LiveId" clId="{DEE2C60F-B09D-490D-A62E-34A866CB8C73}" dt="2026-04-21T09:07:57.337" v="4558" actId="1076"/>
          <ac:picMkLst>
            <pc:docMk/>
            <pc:sldMk cId="1144987138" sldId="283"/>
            <ac:picMk id="8" creationId="{C10F1806-189D-EAC1-E888-02AFD667C008}"/>
          </ac:picMkLst>
        </pc:picChg>
        <pc:picChg chg="add mod">
          <ac:chgData name="Máté Szabó" userId="2f03df7a9cf565c0" providerId="LiveId" clId="{DEE2C60F-B09D-490D-A62E-34A866CB8C73}" dt="2026-04-21T09:07:58.652" v="4559" actId="1076"/>
          <ac:picMkLst>
            <pc:docMk/>
            <pc:sldMk cId="1144987138" sldId="283"/>
            <ac:picMk id="10" creationId="{9C664787-0389-9FE6-4228-EAA6E0507BA0}"/>
          </ac:picMkLst>
        </pc:picChg>
        <pc:picChg chg="add mod">
          <ac:chgData name="Máté Szabó" userId="2f03df7a9cf565c0" providerId="LiveId" clId="{DEE2C60F-B09D-490D-A62E-34A866CB8C73}" dt="2026-04-21T09:07:52.384" v="4556" actId="1076"/>
          <ac:picMkLst>
            <pc:docMk/>
            <pc:sldMk cId="1144987138" sldId="283"/>
            <ac:picMk id="12" creationId="{AA16A550-B461-2B13-8E27-44A96AADE8D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09347-5566-4D33-8DBD-8A70C9B2ECCF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3F4D0-2D0A-46F9-A204-D700BC79E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57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60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994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408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849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806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747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185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251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033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037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1880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094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9292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7272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7185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4942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58901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83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7217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39212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7552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97264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9523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27028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6734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3507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73844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14939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18853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1206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33412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68992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72405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86919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47A1E8-2D7C-BFB7-1DB8-5939B15DF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7C7055C-7D13-AD9A-8D7D-A4CE64C48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2B0EE38-6827-7799-60AD-23C8716B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224732E-6C13-3950-376B-A5DCE503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E3039D-07E0-20CE-F17D-BC2C712B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87428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5F1574-14F4-1B49-008F-498C1062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7D9570-664E-DB6B-0F65-661B353DF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5ABF3B7-3C7D-58E1-999D-9E60F9D8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9B0AD3-B84F-7AC9-6FC0-A98C9935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EE6B46-AEC6-6E5E-0390-86493B4FF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31663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9FCB5B-2515-7C3B-32AB-352AD603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54733BE-13C3-5B2F-4B59-8CC129584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8C14A42-7BEA-5A9E-0FCB-C32CD80D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27297EF-3563-6F55-7E26-21AEC8AC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6F79C9C-C11D-2D40-9A57-BF6FAA8F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97975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99C289-9C33-D565-39CE-9C2FD442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51713D-0CBB-8AC2-AA79-5554A7779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C480BCF-AFA5-4867-C19B-D47F63A79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2CFCB7D-D804-383A-7FF3-1667C8AF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AAE4A33-7374-56E3-FA2E-FE0E9C46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2733089-5612-234D-589C-988BCD26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47699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9F4A74-556A-3C9F-21DA-86B207DF5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C4A25CB-1B39-2371-B93E-1229BC035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6CAE680-4954-35CF-99E0-06DA8CD86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D93AD0E-9C9A-5878-FFA0-5B3714439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0ADFB48-EE1A-98DB-C422-B4A639A6C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9622469-AB5D-9564-C89A-0E0D5C18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06807DC-C3A8-E222-CEFE-9ED8F63C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89A4D80-34A2-F189-5150-04D51434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87515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EA1C1E-8F05-6B68-4884-9F717524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601A76F-E767-B79E-AD57-2932858C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F9EAF17-2945-B9D6-38F3-F164C95E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003AF81-74B3-54C1-5EFA-C5E58679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10339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1841F3D-2F5A-4370-2A76-BD883103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4BB79F0-D8EF-59B2-8795-924A7BA3C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53C4451-40DE-3879-F010-B2752695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61731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512BC4-2B97-E48A-2932-8D5B3C48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92FC58-EC21-5D46-8B68-D2C5908A4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C51075F-9641-67F5-0409-1A5F83C66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041C54E-5D8C-46AD-31C3-7F1DD294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7E117AD-32A5-305C-53C4-C303C8E1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B188347-50EA-5C69-5DB5-558987B0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58005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13ED46-BF4D-B20F-799F-E4FA2BDC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71C737E-044A-274C-5EE2-1E479B96A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1AB7884-8479-2E88-482E-180F60BDC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1B270D-696D-F93B-5468-C5C4E253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8849311-E8C0-2F75-8089-F4342E05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33F68A5-9256-2107-6270-0CC03D64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1305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EB0819-3A96-E681-E5B0-D1C6780E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7FEF320-2103-A446-7E09-29CEAB5F7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0EC41C7-4A32-FEA2-A3AE-4900536F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57389D-C30D-AE53-97D0-56A5E5D39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BB25226-F049-D5E7-CD70-AE72A163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15161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45BD647-29BC-CE90-8436-66B5619A2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434359E-50CB-9287-24BD-85BBA3AE4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2A43E0-A323-1EA2-BC12-44042FE7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BC5A11-5258-9D5F-0180-9C370AAB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CDBE7B5-36C3-088F-DAFA-7A690F88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5191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400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86653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5056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39583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83662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16616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55385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57281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30638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57930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31794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39246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1545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65112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18116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935433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66403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8180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14129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504495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88099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264251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905309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690205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233206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13291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882042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373632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863724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371498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15356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688750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296450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715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3025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8056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A74EA5D-26F5-648E-DE73-F2846170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84F6E08-C60F-FF16-9052-0C9E94175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8BCACA-DC92-A0A0-4CEF-240386DDB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7B69A8-901D-0016-157E-E7588E289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440DAE3-0E9E-9553-89EC-0B743F59B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2586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3304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6C8E10-028C-4D80-823C-C04CCDC5E56E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E840C45-7F44-4BB5-B110-6912EA6620B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7522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2AA9-F605-99BF-EB8D-2D88358B6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Csoportba foglalás 42">
            <a:extLst>
              <a:ext uri="{FF2B5EF4-FFF2-40B4-BE49-F238E27FC236}">
                <a16:creationId xmlns:a16="http://schemas.microsoft.com/office/drawing/2014/main" id="{D0C93878-DCE8-A0B8-FAD0-E7E483829E57}"/>
              </a:ext>
            </a:extLst>
          </p:cNvPr>
          <p:cNvGrpSpPr/>
          <p:nvPr/>
        </p:nvGrpSpPr>
        <p:grpSpPr>
          <a:xfrm>
            <a:off x="-1736635" y="0"/>
            <a:ext cx="3669792" cy="6858000"/>
            <a:chOff x="9186672" y="0"/>
            <a:chExt cx="3669792" cy="6858000"/>
          </a:xfrm>
        </p:grpSpPr>
        <p:grpSp>
          <p:nvGrpSpPr>
            <p:cNvPr id="22" name="Csoportba foglalás 21">
              <a:extLst>
                <a:ext uri="{FF2B5EF4-FFF2-40B4-BE49-F238E27FC236}">
                  <a16:creationId xmlns:a16="http://schemas.microsoft.com/office/drawing/2014/main" id="{25ECD346-2FF1-AE5D-7876-661DB5FCF835}"/>
                </a:ext>
              </a:extLst>
            </p:cNvPr>
            <p:cNvGrpSpPr/>
            <p:nvPr/>
          </p:nvGrpSpPr>
          <p:grpSpPr>
            <a:xfrm>
              <a:off x="9186672" y="0"/>
              <a:ext cx="3669792" cy="6858000"/>
              <a:chOff x="9186672" y="0"/>
              <a:chExt cx="3669792" cy="6858000"/>
            </a:xfrm>
          </p:grpSpPr>
          <p:sp>
            <p:nvSpPr>
              <p:cNvPr id="7" name="Téglalap 6">
                <a:extLst>
                  <a:ext uri="{FF2B5EF4-FFF2-40B4-BE49-F238E27FC236}">
                    <a16:creationId xmlns:a16="http://schemas.microsoft.com/office/drawing/2014/main" id="{BE6A2A8D-0BDD-37C5-3FAA-51C4DAF59FB3}"/>
                  </a:ext>
                </a:extLst>
              </p:cNvPr>
              <p:cNvSpPr/>
              <p:nvPr/>
            </p:nvSpPr>
            <p:spPr>
              <a:xfrm>
                <a:off x="9186672" y="0"/>
                <a:ext cx="3005328" cy="6858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1" name="Háromszög 20">
                <a:extLst>
                  <a:ext uri="{FF2B5EF4-FFF2-40B4-BE49-F238E27FC236}">
                    <a16:creationId xmlns:a16="http://schemas.microsoft.com/office/drawing/2014/main" id="{B66571DD-CD1B-A0FF-24ED-D24CA55310F8}"/>
                  </a:ext>
                </a:extLst>
              </p:cNvPr>
              <p:cNvSpPr/>
              <p:nvPr/>
            </p:nvSpPr>
            <p:spPr>
              <a:xfrm rot="5400000">
                <a:off x="11760708" y="1064276"/>
                <a:ext cx="1527048" cy="664464"/>
              </a:xfrm>
              <a:prstGeom prst="triangl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5" name="Szövegdoboz 34">
              <a:extLst>
                <a:ext uri="{FF2B5EF4-FFF2-40B4-BE49-F238E27FC236}">
                  <a16:creationId xmlns:a16="http://schemas.microsoft.com/office/drawing/2014/main" id="{203E1A08-F58A-D6BF-D139-19BF35A8DC34}"/>
                </a:ext>
              </a:extLst>
            </p:cNvPr>
            <p:cNvSpPr txBox="1"/>
            <p:nvPr/>
          </p:nvSpPr>
          <p:spPr>
            <a:xfrm>
              <a:off x="9963150" y="952976"/>
              <a:ext cx="19899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b="1" dirty="0">
                  <a:latin typeface="Montserrat" panose="00000500000000000000" pitchFamily="2" charset="-18"/>
                </a:rPr>
                <a:t>Email értesítés</a:t>
              </a:r>
              <a:endParaRPr lang="hu-HU" dirty="0">
                <a:latin typeface="Montserrat" panose="00000500000000000000" pitchFamily="2" charset="-18"/>
              </a:endParaRPr>
            </a:p>
          </p:txBody>
        </p:sp>
        <p:sp>
          <p:nvSpPr>
            <p:cNvPr id="37" name="Szövegdoboz 36">
              <a:extLst>
                <a:ext uri="{FF2B5EF4-FFF2-40B4-BE49-F238E27FC236}">
                  <a16:creationId xmlns:a16="http://schemas.microsoft.com/office/drawing/2014/main" id="{C09300D6-CE7F-A5C8-F39E-3C28AB7F20EF}"/>
                </a:ext>
              </a:extLst>
            </p:cNvPr>
            <p:cNvSpPr txBox="1"/>
            <p:nvPr/>
          </p:nvSpPr>
          <p:spPr>
            <a:xfrm>
              <a:off x="9661017" y="1869686"/>
              <a:ext cx="198996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dirty="0">
                  <a:latin typeface="Segoe UIs)"/>
                </a:rPr>
                <a:t>Automatikus visszaigazoló és értesítő </a:t>
              </a:r>
              <a:r>
                <a:rPr lang="hu-HU" dirty="0" err="1">
                  <a:latin typeface="Segoe UIs)"/>
                </a:rPr>
                <a:t>emailek</a:t>
              </a:r>
              <a:r>
                <a:rPr lang="hu-HU" dirty="0">
                  <a:latin typeface="Segoe UIs)"/>
                </a:rPr>
                <a:t> küldése.</a:t>
              </a:r>
            </a:p>
          </p:txBody>
        </p:sp>
        <p:sp>
          <p:nvSpPr>
            <p:cNvPr id="39" name="Szövegdoboz 38">
              <a:extLst>
                <a:ext uri="{FF2B5EF4-FFF2-40B4-BE49-F238E27FC236}">
                  <a16:creationId xmlns:a16="http://schemas.microsoft.com/office/drawing/2014/main" id="{48857BFD-F1ED-C627-AF7B-7E7BC4BC7C44}"/>
                </a:ext>
              </a:extLst>
            </p:cNvPr>
            <p:cNvSpPr txBox="1"/>
            <p:nvPr/>
          </p:nvSpPr>
          <p:spPr>
            <a:xfrm>
              <a:off x="10153841" y="5467219"/>
              <a:ext cx="139446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dirty="0"/>
                <a:t>📧</a:t>
              </a:r>
            </a:p>
          </p:txBody>
        </p:sp>
      </p:grpSp>
      <p:grpSp>
        <p:nvGrpSpPr>
          <p:cNvPr id="42" name="Csoportba foglalás 41">
            <a:extLst>
              <a:ext uri="{FF2B5EF4-FFF2-40B4-BE49-F238E27FC236}">
                <a16:creationId xmlns:a16="http://schemas.microsoft.com/office/drawing/2014/main" id="{900734ED-3950-A81F-0784-F8CA76E1F800}"/>
              </a:ext>
            </a:extLst>
          </p:cNvPr>
          <p:cNvGrpSpPr/>
          <p:nvPr/>
        </p:nvGrpSpPr>
        <p:grpSpPr>
          <a:xfrm>
            <a:off x="-2025242" y="0"/>
            <a:ext cx="3755136" cy="6858000"/>
            <a:chOff x="6096000" y="0"/>
            <a:chExt cx="3755136" cy="6858000"/>
          </a:xfrm>
        </p:grpSpPr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4FA22D4B-B553-B024-D637-EF7A793934F4}"/>
                </a:ext>
              </a:extLst>
            </p:cNvPr>
            <p:cNvGrpSpPr/>
            <p:nvPr/>
          </p:nvGrpSpPr>
          <p:grpSpPr>
            <a:xfrm>
              <a:off x="6096000" y="0"/>
              <a:ext cx="3755136" cy="6858000"/>
              <a:chOff x="6096000" y="0"/>
              <a:chExt cx="3755136" cy="6858000"/>
            </a:xfrm>
          </p:grpSpPr>
          <p:sp>
            <p:nvSpPr>
              <p:cNvPr id="6" name="Téglalap 5">
                <a:extLst>
                  <a:ext uri="{FF2B5EF4-FFF2-40B4-BE49-F238E27FC236}">
                    <a16:creationId xmlns:a16="http://schemas.microsoft.com/office/drawing/2014/main" id="{4E89C0FF-A33E-A96C-7385-5E9DAC506BD3}"/>
                  </a:ext>
                </a:extLst>
              </p:cNvPr>
              <p:cNvSpPr/>
              <p:nvPr/>
            </p:nvSpPr>
            <p:spPr>
              <a:xfrm>
                <a:off x="6096000" y="0"/>
                <a:ext cx="3090672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" name="Szövegdoboz 11">
                <a:extLst>
                  <a:ext uri="{FF2B5EF4-FFF2-40B4-BE49-F238E27FC236}">
                    <a16:creationId xmlns:a16="http://schemas.microsoft.com/office/drawing/2014/main" id="{B8E601AF-05EF-33AF-1C71-89B59394B37A}"/>
                  </a:ext>
                </a:extLst>
              </p:cNvPr>
              <p:cNvSpPr txBox="1"/>
              <p:nvPr/>
            </p:nvSpPr>
            <p:spPr>
              <a:xfrm>
                <a:off x="6855333" y="952976"/>
                <a:ext cx="240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b="1" dirty="0">
                    <a:latin typeface="Montserrat" panose="00000500000000000000" pitchFamily="2" charset="-18"/>
                  </a:rPr>
                  <a:t>Időpontfoglalás</a:t>
                </a:r>
              </a:p>
            </p:txBody>
          </p:sp>
          <p:sp>
            <p:nvSpPr>
              <p:cNvPr id="16" name="Háromszög 15">
                <a:extLst>
                  <a:ext uri="{FF2B5EF4-FFF2-40B4-BE49-F238E27FC236}">
                    <a16:creationId xmlns:a16="http://schemas.microsoft.com/office/drawing/2014/main" id="{C00F6A31-C21D-1655-DE13-D901DA473B6A}"/>
                  </a:ext>
                </a:extLst>
              </p:cNvPr>
              <p:cNvSpPr/>
              <p:nvPr/>
            </p:nvSpPr>
            <p:spPr>
              <a:xfrm rot="5400000">
                <a:off x="8755380" y="1064276"/>
                <a:ext cx="1527048" cy="66446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31" name="Szövegdoboz 30">
              <a:extLst>
                <a:ext uri="{FF2B5EF4-FFF2-40B4-BE49-F238E27FC236}">
                  <a16:creationId xmlns:a16="http://schemas.microsoft.com/office/drawing/2014/main" id="{60F98E44-A141-763F-AAC8-66C0E6C4A42E}"/>
                </a:ext>
              </a:extLst>
            </p:cNvPr>
            <p:cNvSpPr txBox="1"/>
            <p:nvPr/>
          </p:nvSpPr>
          <p:spPr>
            <a:xfrm>
              <a:off x="6783325" y="1850000"/>
              <a:ext cx="276987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dirty="0">
                  <a:latin typeface="Segoe UIs)"/>
                </a:rPr>
                <a:t>Szerviz időpontok egyszerű és gyors kezelése.</a:t>
              </a:r>
            </a:p>
          </p:txBody>
        </p:sp>
        <p:sp>
          <p:nvSpPr>
            <p:cNvPr id="33" name="Szövegdoboz 32">
              <a:extLst>
                <a:ext uri="{FF2B5EF4-FFF2-40B4-BE49-F238E27FC236}">
                  <a16:creationId xmlns:a16="http://schemas.microsoft.com/office/drawing/2014/main" id="{1BC33816-C9C4-2C26-14B8-C6E857731D8D}"/>
                </a:ext>
              </a:extLst>
            </p:cNvPr>
            <p:cNvSpPr txBox="1"/>
            <p:nvPr/>
          </p:nvSpPr>
          <p:spPr>
            <a:xfrm>
              <a:off x="6977824" y="5467219"/>
              <a:ext cx="124167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dirty="0"/>
                <a:t>📅</a:t>
              </a:r>
            </a:p>
          </p:txBody>
        </p:sp>
      </p:grpSp>
      <p:grpSp>
        <p:nvGrpSpPr>
          <p:cNvPr id="41" name="Csoportba foglalás 40">
            <a:extLst>
              <a:ext uri="{FF2B5EF4-FFF2-40B4-BE49-F238E27FC236}">
                <a16:creationId xmlns:a16="http://schemas.microsoft.com/office/drawing/2014/main" id="{428D48FE-B034-9C2E-8879-DB049CCCF865}"/>
              </a:ext>
            </a:extLst>
          </p:cNvPr>
          <p:cNvGrpSpPr/>
          <p:nvPr/>
        </p:nvGrpSpPr>
        <p:grpSpPr>
          <a:xfrm>
            <a:off x="-2149829" y="0"/>
            <a:ext cx="3691128" cy="6858000"/>
            <a:chOff x="3069336" y="0"/>
            <a:chExt cx="3687318" cy="6858000"/>
          </a:xfrm>
        </p:grpSpPr>
        <p:grpSp>
          <p:nvGrpSpPr>
            <p:cNvPr id="18" name="Csoportba foglalás 17">
              <a:extLst>
                <a:ext uri="{FF2B5EF4-FFF2-40B4-BE49-F238E27FC236}">
                  <a16:creationId xmlns:a16="http://schemas.microsoft.com/office/drawing/2014/main" id="{3B955266-F320-9AA8-9A30-77AED6370D11}"/>
                </a:ext>
              </a:extLst>
            </p:cNvPr>
            <p:cNvGrpSpPr/>
            <p:nvPr/>
          </p:nvGrpSpPr>
          <p:grpSpPr>
            <a:xfrm>
              <a:off x="3069336" y="0"/>
              <a:ext cx="3687318" cy="6858000"/>
              <a:chOff x="3069336" y="0"/>
              <a:chExt cx="3687318" cy="6858000"/>
            </a:xfrm>
          </p:grpSpPr>
          <p:sp>
            <p:nvSpPr>
              <p:cNvPr id="5" name="Téglalap 4">
                <a:extLst>
                  <a:ext uri="{FF2B5EF4-FFF2-40B4-BE49-F238E27FC236}">
                    <a16:creationId xmlns:a16="http://schemas.microsoft.com/office/drawing/2014/main" id="{D9722DBA-3D30-9D0C-2D95-9D7A9B2F7785}"/>
                  </a:ext>
                </a:extLst>
              </p:cNvPr>
              <p:cNvSpPr/>
              <p:nvPr/>
            </p:nvSpPr>
            <p:spPr>
              <a:xfrm>
                <a:off x="3069336" y="0"/>
                <a:ext cx="3026664" cy="685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14512CD0-5674-EAF4-AA53-AF8A0E10C6A6}"/>
                  </a:ext>
                </a:extLst>
              </p:cNvPr>
              <p:cNvSpPr txBox="1"/>
              <p:nvPr/>
            </p:nvSpPr>
            <p:spPr>
              <a:xfrm>
                <a:off x="3829668" y="952976"/>
                <a:ext cx="240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b="1" dirty="0">
                    <a:latin typeface="Montserrat" panose="00000500000000000000" pitchFamily="2" charset="-18"/>
                  </a:rPr>
                  <a:t>Hibakezelés</a:t>
                </a:r>
                <a:endParaRPr lang="hu-HU" dirty="0">
                  <a:latin typeface="Montserrat" panose="00000500000000000000" pitchFamily="2" charset="-18"/>
                </a:endParaRPr>
              </a:p>
            </p:txBody>
          </p:sp>
          <p:sp>
            <p:nvSpPr>
              <p:cNvPr id="15" name="Háromszög 14">
                <a:extLst>
                  <a:ext uri="{FF2B5EF4-FFF2-40B4-BE49-F238E27FC236}">
                    <a16:creationId xmlns:a16="http://schemas.microsoft.com/office/drawing/2014/main" id="{252837E4-A509-D0F1-F3F4-9728540B52DB}"/>
                  </a:ext>
                </a:extLst>
              </p:cNvPr>
              <p:cNvSpPr/>
              <p:nvPr/>
            </p:nvSpPr>
            <p:spPr>
              <a:xfrm rot="5400000">
                <a:off x="5660898" y="1064276"/>
                <a:ext cx="1527048" cy="664464"/>
              </a:xfrm>
              <a:prstGeom prst="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7E80AE50-5F41-A9B0-8D56-10E40E771DF6}"/>
                </a:ext>
              </a:extLst>
            </p:cNvPr>
            <p:cNvSpPr txBox="1"/>
            <p:nvPr/>
          </p:nvSpPr>
          <p:spPr>
            <a:xfrm>
              <a:off x="3662570" y="1850000"/>
              <a:ext cx="240487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Hibák rögzítése és követése a járművekhez kapcsolva</a:t>
              </a:r>
            </a:p>
          </p:txBody>
        </p:sp>
        <p:sp>
          <p:nvSpPr>
            <p:cNvPr id="29" name="Szövegdoboz 28">
              <a:extLst>
                <a:ext uri="{FF2B5EF4-FFF2-40B4-BE49-F238E27FC236}">
                  <a16:creationId xmlns:a16="http://schemas.microsoft.com/office/drawing/2014/main" id="{16FCD22F-FB18-5BF7-B510-1D42FF8682ED}"/>
                </a:ext>
              </a:extLst>
            </p:cNvPr>
            <p:cNvSpPr txBox="1"/>
            <p:nvPr/>
          </p:nvSpPr>
          <p:spPr>
            <a:xfrm>
              <a:off x="3925443" y="5467219"/>
              <a:ext cx="95554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dirty="0"/>
                <a:t>🛠️</a:t>
              </a:r>
              <a:endParaRPr lang="hu-HU" dirty="0"/>
            </a:p>
          </p:txBody>
        </p:sp>
      </p:grpSp>
      <p:grpSp>
        <p:nvGrpSpPr>
          <p:cNvPr id="40" name="Csoportba foglalás 39">
            <a:extLst>
              <a:ext uri="{FF2B5EF4-FFF2-40B4-BE49-F238E27FC236}">
                <a16:creationId xmlns:a16="http://schemas.microsoft.com/office/drawing/2014/main" id="{F969D540-B1E1-FEFD-F776-77A5112F9CB5}"/>
              </a:ext>
            </a:extLst>
          </p:cNvPr>
          <p:cNvGrpSpPr/>
          <p:nvPr/>
        </p:nvGrpSpPr>
        <p:grpSpPr>
          <a:xfrm>
            <a:off x="-2427959" y="0"/>
            <a:ext cx="3733800" cy="6858000"/>
            <a:chOff x="0" y="0"/>
            <a:chExt cx="3733800" cy="6858000"/>
          </a:xfrm>
          <a:solidFill>
            <a:schemeClr val="accent5">
              <a:lumMod val="50000"/>
            </a:schemeClr>
          </a:solidFill>
        </p:grpSpPr>
        <p:grpSp>
          <p:nvGrpSpPr>
            <p:cNvPr id="17" name="Csoportba foglalás 16">
              <a:extLst>
                <a:ext uri="{FF2B5EF4-FFF2-40B4-BE49-F238E27FC236}">
                  <a16:creationId xmlns:a16="http://schemas.microsoft.com/office/drawing/2014/main" id="{09D9061E-8290-2BF7-3504-D8C2B0B73E6E}"/>
                </a:ext>
              </a:extLst>
            </p:cNvPr>
            <p:cNvGrpSpPr/>
            <p:nvPr/>
          </p:nvGrpSpPr>
          <p:grpSpPr>
            <a:xfrm>
              <a:off x="0" y="0"/>
              <a:ext cx="3733800" cy="6858000"/>
              <a:chOff x="0" y="0"/>
              <a:chExt cx="3733800" cy="6858000"/>
            </a:xfrm>
            <a:grpFill/>
          </p:grpSpPr>
          <p:sp>
            <p:nvSpPr>
              <p:cNvPr id="4" name="Téglalap 3">
                <a:extLst>
                  <a:ext uri="{FF2B5EF4-FFF2-40B4-BE49-F238E27FC236}">
                    <a16:creationId xmlns:a16="http://schemas.microsoft.com/office/drawing/2014/main" id="{0AE84C4E-0777-3D48-BCE5-F9BC5C773BA2}"/>
                  </a:ext>
                </a:extLst>
              </p:cNvPr>
              <p:cNvSpPr/>
              <p:nvPr/>
            </p:nvSpPr>
            <p:spPr>
              <a:xfrm>
                <a:off x="0" y="0"/>
                <a:ext cx="3069336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AD860513-DFC1-61C0-B778-D5BC8438749B}"/>
                  </a:ext>
                </a:extLst>
              </p:cNvPr>
              <p:cNvSpPr txBox="1"/>
              <p:nvPr/>
            </p:nvSpPr>
            <p:spPr>
              <a:xfrm>
                <a:off x="402717" y="952976"/>
                <a:ext cx="2404872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hu-HU" b="1" dirty="0">
                    <a:latin typeface="Montserrat" panose="00000500000000000000" pitchFamily="2" charset="-18"/>
                  </a:rPr>
                  <a:t>Járműkezelés</a:t>
                </a:r>
              </a:p>
            </p:txBody>
          </p:sp>
          <p:sp>
            <p:nvSpPr>
              <p:cNvPr id="14" name="Háromszög 13">
                <a:extLst>
                  <a:ext uri="{FF2B5EF4-FFF2-40B4-BE49-F238E27FC236}">
                    <a16:creationId xmlns:a16="http://schemas.microsoft.com/office/drawing/2014/main" id="{AF2A30A1-1BE0-6265-4AD1-66A09454E7F1}"/>
                  </a:ext>
                </a:extLst>
              </p:cNvPr>
              <p:cNvSpPr/>
              <p:nvPr/>
            </p:nvSpPr>
            <p:spPr>
              <a:xfrm rot="5400000">
                <a:off x="2638044" y="1064276"/>
                <a:ext cx="1527048" cy="66446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06C894FA-8F79-C54C-6B36-E9EE94117902}"/>
                </a:ext>
              </a:extLst>
            </p:cNvPr>
            <p:cNvSpPr txBox="1"/>
            <p:nvPr/>
          </p:nvSpPr>
          <p:spPr>
            <a:xfrm>
              <a:off x="786384" y="5467219"/>
              <a:ext cx="1101852" cy="92333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hu-HU" sz="5400" dirty="0"/>
                <a:t>🚗</a:t>
              </a:r>
            </a:p>
          </p:txBody>
        </p:sp>
        <p:sp>
          <p:nvSpPr>
            <p:cNvPr id="25" name="Szövegdoboz 24">
              <a:extLst>
                <a:ext uri="{FF2B5EF4-FFF2-40B4-BE49-F238E27FC236}">
                  <a16:creationId xmlns:a16="http://schemas.microsoft.com/office/drawing/2014/main" id="{32BADF33-4A3A-B7C5-1F41-BAD768FFDA1B}"/>
                </a:ext>
              </a:extLst>
            </p:cNvPr>
            <p:cNvSpPr txBox="1"/>
            <p:nvPr/>
          </p:nvSpPr>
          <p:spPr>
            <a:xfrm>
              <a:off x="423958" y="1869685"/>
              <a:ext cx="2161794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Autók hozzáadása, szerkesztése és nyilvántartása egy helyen.</a:t>
              </a:r>
            </a:p>
          </p:txBody>
        </p:sp>
      </p:grpSp>
      <p:sp>
        <p:nvSpPr>
          <p:cNvPr id="2" name="Szövegdoboz 1">
            <a:extLst>
              <a:ext uri="{FF2B5EF4-FFF2-40B4-BE49-F238E27FC236}">
                <a16:creationId xmlns:a16="http://schemas.microsoft.com/office/drawing/2014/main" id="{092D481D-7571-0EBA-350E-BC9FA60FCB53}"/>
              </a:ext>
            </a:extLst>
          </p:cNvPr>
          <p:cNvSpPr txBox="1"/>
          <p:nvPr/>
        </p:nvSpPr>
        <p:spPr>
          <a:xfrm>
            <a:off x="4006392" y="1602628"/>
            <a:ext cx="78113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b="1" dirty="0" err="1">
                <a:latin typeface="Montserrat" panose="020F0502020204030204" pitchFamily="2" charset="-18"/>
              </a:rPr>
              <a:t>AutoNex</a:t>
            </a:r>
            <a:r>
              <a:rPr lang="hu-HU" sz="5400" b="1" dirty="0">
                <a:latin typeface="Montserrat" panose="020F0502020204030204" pitchFamily="2" charset="-18"/>
              </a:rPr>
              <a:t> - Modern járműkezelő rendszer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9908913-A5CE-CA07-044C-E225C18D93CC}"/>
              </a:ext>
            </a:extLst>
          </p:cNvPr>
          <p:cNvSpPr txBox="1"/>
          <p:nvPr/>
        </p:nvSpPr>
        <p:spPr>
          <a:xfrm>
            <a:off x="6405333" y="6315363"/>
            <a:ext cx="6122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Segoe UI" panose="020B0502040204020203" pitchFamily="34" charset="0"/>
                <a:cs typeface="Segoe UI" panose="020B0502040204020203" pitchFamily="34" charset="0"/>
              </a:rPr>
              <a:t>Vizsgaprojekt – Autószerviz és időpontkezelő platform</a:t>
            </a:r>
          </a:p>
        </p:txBody>
      </p:sp>
    </p:spTree>
    <p:extLst>
      <p:ext uri="{BB962C8B-B14F-4D97-AF65-F5344CB8AC3E}">
        <p14:creationId xmlns:p14="http://schemas.microsoft.com/office/powerpoint/2010/main" val="1403516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4900-C1D2-59FE-7613-412240DA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Csoportba foglalás 42">
            <a:extLst>
              <a:ext uri="{FF2B5EF4-FFF2-40B4-BE49-F238E27FC236}">
                <a16:creationId xmlns:a16="http://schemas.microsoft.com/office/drawing/2014/main" id="{058A8833-EE81-F3B5-D7FA-D709F8288C21}"/>
              </a:ext>
            </a:extLst>
          </p:cNvPr>
          <p:cNvGrpSpPr/>
          <p:nvPr/>
        </p:nvGrpSpPr>
        <p:grpSpPr>
          <a:xfrm>
            <a:off x="9186672" y="0"/>
            <a:ext cx="3669792" cy="6858000"/>
            <a:chOff x="9186672" y="0"/>
            <a:chExt cx="3669792" cy="6858000"/>
          </a:xfrm>
        </p:grpSpPr>
        <p:grpSp>
          <p:nvGrpSpPr>
            <p:cNvPr id="22" name="Csoportba foglalás 21">
              <a:extLst>
                <a:ext uri="{FF2B5EF4-FFF2-40B4-BE49-F238E27FC236}">
                  <a16:creationId xmlns:a16="http://schemas.microsoft.com/office/drawing/2014/main" id="{96EF5499-E20A-0D44-E8FA-FDA649476CA4}"/>
                </a:ext>
              </a:extLst>
            </p:cNvPr>
            <p:cNvGrpSpPr/>
            <p:nvPr/>
          </p:nvGrpSpPr>
          <p:grpSpPr>
            <a:xfrm>
              <a:off x="9186672" y="0"/>
              <a:ext cx="3669792" cy="6858000"/>
              <a:chOff x="9186672" y="0"/>
              <a:chExt cx="3669792" cy="6858000"/>
            </a:xfrm>
          </p:grpSpPr>
          <p:sp>
            <p:nvSpPr>
              <p:cNvPr id="7" name="Téglalap 6">
                <a:extLst>
                  <a:ext uri="{FF2B5EF4-FFF2-40B4-BE49-F238E27FC236}">
                    <a16:creationId xmlns:a16="http://schemas.microsoft.com/office/drawing/2014/main" id="{2289A1CF-FAA3-F663-441D-ECA1972D9194}"/>
                  </a:ext>
                </a:extLst>
              </p:cNvPr>
              <p:cNvSpPr/>
              <p:nvPr/>
            </p:nvSpPr>
            <p:spPr>
              <a:xfrm>
                <a:off x="9186672" y="0"/>
                <a:ext cx="3005328" cy="6858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1" name="Háromszög 20">
                <a:extLst>
                  <a:ext uri="{FF2B5EF4-FFF2-40B4-BE49-F238E27FC236}">
                    <a16:creationId xmlns:a16="http://schemas.microsoft.com/office/drawing/2014/main" id="{3DA1554D-F8F2-35D1-11C8-B2237E3F1C20}"/>
                  </a:ext>
                </a:extLst>
              </p:cNvPr>
              <p:cNvSpPr/>
              <p:nvPr/>
            </p:nvSpPr>
            <p:spPr>
              <a:xfrm rot="5400000">
                <a:off x="11760708" y="1064276"/>
                <a:ext cx="1527048" cy="664464"/>
              </a:xfrm>
              <a:prstGeom prst="triangl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5" name="Szövegdoboz 34">
              <a:extLst>
                <a:ext uri="{FF2B5EF4-FFF2-40B4-BE49-F238E27FC236}">
                  <a16:creationId xmlns:a16="http://schemas.microsoft.com/office/drawing/2014/main" id="{FEA3E059-7686-1E95-0BEB-E85AC7D214D8}"/>
                </a:ext>
              </a:extLst>
            </p:cNvPr>
            <p:cNvSpPr txBox="1"/>
            <p:nvPr/>
          </p:nvSpPr>
          <p:spPr>
            <a:xfrm>
              <a:off x="9963150" y="952976"/>
              <a:ext cx="19899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b="1" dirty="0">
                  <a:latin typeface="Montserrat" panose="00000500000000000000" pitchFamily="2" charset="-18"/>
                </a:rPr>
                <a:t>Email értesítés</a:t>
              </a:r>
              <a:endParaRPr lang="hu-HU" dirty="0">
                <a:latin typeface="Montserrat" panose="00000500000000000000" pitchFamily="2" charset="-18"/>
              </a:endParaRPr>
            </a:p>
          </p:txBody>
        </p:sp>
        <p:sp>
          <p:nvSpPr>
            <p:cNvPr id="37" name="Szövegdoboz 36">
              <a:extLst>
                <a:ext uri="{FF2B5EF4-FFF2-40B4-BE49-F238E27FC236}">
                  <a16:creationId xmlns:a16="http://schemas.microsoft.com/office/drawing/2014/main" id="{8F5EEAB8-BC1D-E5C7-5F80-87A6428A41A1}"/>
                </a:ext>
              </a:extLst>
            </p:cNvPr>
            <p:cNvSpPr txBox="1"/>
            <p:nvPr/>
          </p:nvSpPr>
          <p:spPr>
            <a:xfrm>
              <a:off x="9661017" y="1869686"/>
              <a:ext cx="198996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dirty="0">
                  <a:latin typeface="Segoe UIs)"/>
                </a:rPr>
                <a:t>Automatikus visszaigazoló és értesítő </a:t>
              </a:r>
              <a:r>
                <a:rPr lang="hu-HU" dirty="0" err="1">
                  <a:latin typeface="Segoe UIs)"/>
                </a:rPr>
                <a:t>emailek</a:t>
              </a:r>
              <a:r>
                <a:rPr lang="hu-HU" dirty="0">
                  <a:latin typeface="Segoe UIs)"/>
                </a:rPr>
                <a:t> küldése.</a:t>
              </a:r>
            </a:p>
          </p:txBody>
        </p:sp>
        <p:sp>
          <p:nvSpPr>
            <p:cNvPr id="39" name="Szövegdoboz 38">
              <a:extLst>
                <a:ext uri="{FF2B5EF4-FFF2-40B4-BE49-F238E27FC236}">
                  <a16:creationId xmlns:a16="http://schemas.microsoft.com/office/drawing/2014/main" id="{A67F9D02-089B-D853-2850-6E159FF2108F}"/>
                </a:ext>
              </a:extLst>
            </p:cNvPr>
            <p:cNvSpPr txBox="1"/>
            <p:nvPr/>
          </p:nvSpPr>
          <p:spPr>
            <a:xfrm>
              <a:off x="10153841" y="5467219"/>
              <a:ext cx="139446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dirty="0"/>
                <a:t>📧</a:t>
              </a:r>
            </a:p>
          </p:txBody>
        </p:sp>
      </p:grpSp>
      <p:grpSp>
        <p:nvGrpSpPr>
          <p:cNvPr id="42" name="Csoportba foglalás 41">
            <a:extLst>
              <a:ext uri="{FF2B5EF4-FFF2-40B4-BE49-F238E27FC236}">
                <a16:creationId xmlns:a16="http://schemas.microsoft.com/office/drawing/2014/main" id="{41C66A60-9FE7-48D8-E377-5B5D4B1FDA06}"/>
              </a:ext>
            </a:extLst>
          </p:cNvPr>
          <p:cNvGrpSpPr/>
          <p:nvPr/>
        </p:nvGrpSpPr>
        <p:grpSpPr>
          <a:xfrm>
            <a:off x="6096000" y="0"/>
            <a:ext cx="3755136" cy="6858000"/>
            <a:chOff x="6096000" y="0"/>
            <a:chExt cx="3755136" cy="6858000"/>
          </a:xfrm>
        </p:grpSpPr>
        <p:grpSp>
          <p:nvGrpSpPr>
            <p:cNvPr id="19" name="Csoportba foglalás 18">
              <a:extLst>
                <a:ext uri="{FF2B5EF4-FFF2-40B4-BE49-F238E27FC236}">
                  <a16:creationId xmlns:a16="http://schemas.microsoft.com/office/drawing/2014/main" id="{BE60E49D-EBF5-9F3E-CA4B-026E8DA751AB}"/>
                </a:ext>
              </a:extLst>
            </p:cNvPr>
            <p:cNvGrpSpPr/>
            <p:nvPr/>
          </p:nvGrpSpPr>
          <p:grpSpPr>
            <a:xfrm>
              <a:off x="6096000" y="0"/>
              <a:ext cx="3755136" cy="6858000"/>
              <a:chOff x="6096000" y="0"/>
              <a:chExt cx="3755136" cy="6858000"/>
            </a:xfrm>
          </p:grpSpPr>
          <p:sp>
            <p:nvSpPr>
              <p:cNvPr id="6" name="Téglalap 5">
                <a:extLst>
                  <a:ext uri="{FF2B5EF4-FFF2-40B4-BE49-F238E27FC236}">
                    <a16:creationId xmlns:a16="http://schemas.microsoft.com/office/drawing/2014/main" id="{31DB6044-5752-45F8-C394-6C57B800FEC4}"/>
                  </a:ext>
                </a:extLst>
              </p:cNvPr>
              <p:cNvSpPr/>
              <p:nvPr/>
            </p:nvSpPr>
            <p:spPr>
              <a:xfrm>
                <a:off x="6096000" y="0"/>
                <a:ext cx="3090672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2" name="Szövegdoboz 11">
                <a:extLst>
                  <a:ext uri="{FF2B5EF4-FFF2-40B4-BE49-F238E27FC236}">
                    <a16:creationId xmlns:a16="http://schemas.microsoft.com/office/drawing/2014/main" id="{0A4DCC9A-30CA-BE0A-1E65-630E9A74C81A}"/>
                  </a:ext>
                </a:extLst>
              </p:cNvPr>
              <p:cNvSpPr txBox="1"/>
              <p:nvPr/>
            </p:nvSpPr>
            <p:spPr>
              <a:xfrm>
                <a:off x="6855333" y="952976"/>
                <a:ext cx="240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b="1" dirty="0">
                    <a:latin typeface="Montserrat" panose="00000500000000000000" pitchFamily="2" charset="-18"/>
                  </a:rPr>
                  <a:t>Időpontfoglalás</a:t>
                </a:r>
              </a:p>
            </p:txBody>
          </p:sp>
          <p:sp>
            <p:nvSpPr>
              <p:cNvPr id="16" name="Háromszög 15">
                <a:extLst>
                  <a:ext uri="{FF2B5EF4-FFF2-40B4-BE49-F238E27FC236}">
                    <a16:creationId xmlns:a16="http://schemas.microsoft.com/office/drawing/2014/main" id="{31A1B567-2565-E28C-303F-63C4B6191DE4}"/>
                  </a:ext>
                </a:extLst>
              </p:cNvPr>
              <p:cNvSpPr/>
              <p:nvPr/>
            </p:nvSpPr>
            <p:spPr>
              <a:xfrm rot="5400000">
                <a:off x="8755380" y="1064276"/>
                <a:ext cx="1527048" cy="664464"/>
              </a:xfrm>
              <a:prstGeom prst="triangl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sp>
          <p:nvSpPr>
            <p:cNvPr id="31" name="Szövegdoboz 30">
              <a:extLst>
                <a:ext uri="{FF2B5EF4-FFF2-40B4-BE49-F238E27FC236}">
                  <a16:creationId xmlns:a16="http://schemas.microsoft.com/office/drawing/2014/main" id="{EDDD15EB-FE00-CD1D-900E-E4CFAD27C434}"/>
                </a:ext>
              </a:extLst>
            </p:cNvPr>
            <p:cNvSpPr txBox="1"/>
            <p:nvPr/>
          </p:nvSpPr>
          <p:spPr>
            <a:xfrm>
              <a:off x="6783325" y="1850000"/>
              <a:ext cx="276987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dirty="0">
                  <a:latin typeface="Segoe UIs)"/>
                </a:rPr>
                <a:t>Szerviz időpontok egyszerű és gyors kezelése.</a:t>
              </a:r>
            </a:p>
          </p:txBody>
        </p:sp>
        <p:sp>
          <p:nvSpPr>
            <p:cNvPr id="33" name="Szövegdoboz 32">
              <a:extLst>
                <a:ext uri="{FF2B5EF4-FFF2-40B4-BE49-F238E27FC236}">
                  <a16:creationId xmlns:a16="http://schemas.microsoft.com/office/drawing/2014/main" id="{CBA13F1B-9E79-0F70-1C4D-2012B8422CE8}"/>
                </a:ext>
              </a:extLst>
            </p:cNvPr>
            <p:cNvSpPr txBox="1"/>
            <p:nvPr/>
          </p:nvSpPr>
          <p:spPr>
            <a:xfrm>
              <a:off x="6977824" y="5467219"/>
              <a:ext cx="124167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dirty="0"/>
                <a:t>📅</a:t>
              </a:r>
            </a:p>
          </p:txBody>
        </p:sp>
      </p:grpSp>
      <p:grpSp>
        <p:nvGrpSpPr>
          <p:cNvPr id="41" name="Csoportba foglalás 40">
            <a:extLst>
              <a:ext uri="{FF2B5EF4-FFF2-40B4-BE49-F238E27FC236}">
                <a16:creationId xmlns:a16="http://schemas.microsoft.com/office/drawing/2014/main" id="{F69145CA-538F-BB6B-6C0B-D43623D8104B}"/>
              </a:ext>
            </a:extLst>
          </p:cNvPr>
          <p:cNvGrpSpPr/>
          <p:nvPr/>
        </p:nvGrpSpPr>
        <p:grpSpPr>
          <a:xfrm>
            <a:off x="3065526" y="0"/>
            <a:ext cx="3691128" cy="6858000"/>
            <a:chOff x="3069336" y="0"/>
            <a:chExt cx="3687318" cy="6858000"/>
          </a:xfrm>
        </p:grpSpPr>
        <p:grpSp>
          <p:nvGrpSpPr>
            <p:cNvPr id="18" name="Csoportba foglalás 17">
              <a:extLst>
                <a:ext uri="{FF2B5EF4-FFF2-40B4-BE49-F238E27FC236}">
                  <a16:creationId xmlns:a16="http://schemas.microsoft.com/office/drawing/2014/main" id="{B398E22D-DEFE-89E3-9104-D2FF2F08AB85}"/>
                </a:ext>
              </a:extLst>
            </p:cNvPr>
            <p:cNvGrpSpPr/>
            <p:nvPr/>
          </p:nvGrpSpPr>
          <p:grpSpPr>
            <a:xfrm>
              <a:off x="3069336" y="0"/>
              <a:ext cx="3687318" cy="6858000"/>
              <a:chOff x="3069336" y="0"/>
              <a:chExt cx="3687318" cy="6858000"/>
            </a:xfrm>
          </p:grpSpPr>
          <p:sp>
            <p:nvSpPr>
              <p:cNvPr id="5" name="Téglalap 4">
                <a:extLst>
                  <a:ext uri="{FF2B5EF4-FFF2-40B4-BE49-F238E27FC236}">
                    <a16:creationId xmlns:a16="http://schemas.microsoft.com/office/drawing/2014/main" id="{4A8C887D-F78D-DE36-E201-BB3458F6B569}"/>
                  </a:ext>
                </a:extLst>
              </p:cNvPr>
              <p:cNvSpPr/>
              <p:nvPr/>
            </p:nvSpPr>
            <p:spPr>
              <a:xfrm>
                <a:off x="3069336" y="0"/>
                <a:ext cx="3026664" cy="685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1" name="Szövegdoboz 10">
                <a:extLst>
                  <a:ext uri="{FF2B5EF4-FFF2-40B4-BE49-F238E27FC236}">
                    <a16:creationId xmlns:a16="http://schemas.microsoft.com/office/drawing/2014/main" id="{48C4E38C-2A19-47F8-D81A-F296A930B1B0}"/>
                  </a:ext>
                </a:extLst>
              </p:cNvPr>
              <p:cNvSpPr txBox="1"/>
              <p:nvPr/>
            </p:nvSpPr>
            <p:spPr>
              <a:xfrm>
                <a:off x="3829668" y="952976"/>
                <a:ext cx="24048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b="1" dirty="0">
                    <a:latin typeface="Montserrat" panose="00000500000000000000" pitchFamily="2" charset="-18"/>
                  </a:rPr>
                  <a:t>Hibakezelés</a:t>
                </a:r>
                <a:endParaRPr lang="hu-HU" dirty="0">
                  <a:latin typeface="Montserrat" panose="00000500000000000000" pitchFamily="2" charset="-18"/>
                </a:endParaRPr>
              </a:p>
            </p:txBody>
          </p:sp>
          <p:sp>
            <p:nvSpPr>
              <p:cNvPr id="15" name="Háromszög 14">
                <a:extLst>
                  <a:ext uri="{FF2B5EF4-FFF2-40B4-BE49-F238E27FC236}">
                    <a16:creationId xmlns:a16="http://schemas.microsoft.com/office/drawing/2014/main" id="{13DFEBFC-7264-2600-9F42-B37A6BDC9BFA}"/>
                  </a:ext>
                </a:extLst>
              </p:cNvPr>
              <p:cNvSpPr/>
              <p:nvPr/>
            </p:nvSpPr>
            <p:spPr>
              <a:xfrm rot="5400000">
                <a:off x="5660898" y="1064276"/>
                <a:ext cx="1527048" cy="664464"/>
              </a:xfrm>
              <a:prstGeom prst="triangle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76D50646-ABAC-E616-5FB7-6A03220B3B35}"/>
                </a:ext>
              </a:extLst>
            </p:cNvPr>
            <p:cNvSpPr txBox="1"/>
            <p:nvPr/>
          </p:nvSpPr>
          <p:spPr>
            <a:xfrm>
              <a:off x="3662570" y="1850000"/>
              <a:ext cx="240487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Hibák rögzítése és követése a járművekhez kapcsolva</a:t>
              </a:r>
            </a:p>
          </p:txBody>
        </p:sp>
        <p:sp>
          <p:nvSpPr>
            <p:cNvPr id="29" name="Szövegdoboz 28">
              <a:extLst>
                <a:ext uri="{FF2B5EF4-FFF2-40B4-BE49-F238E27FC236}">
                  <a16:creationId xmlns:a16="http://schemas.microsoft.com/office/drawing/2014/main" id="{0A18D5AF-D21D-2521-69FA-A6821D13EDD6}"/>
                </a:ext>
              </a:extLst>
            </p:cNvPr>
            <p:cNvSpPr txBox="1"/>
            <p:nvPr/>
          </p:nvSpPr>
          <p:spPr>
            <a:xfrm>
              <a:off x="3925443" y="5467219"/>
              <a:ext cx="95554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5400" dirty="0"/>
                <a:t>🛠️</a:t>
              </a:r>
              <a:endParaRPr lang="hu-HU" dirty="0"/>
            </a:p>
          </p:txBody>
        </p:sp>
      </p:grpSp>
      <p:grpSp>
        <p:nvGrpSpPr>
          <p:cNvPr id="40" name="Csoportba foglalás 39">
            <a:extLst>
              <a:ext uri="{FF2B5EF4-FFF2-40B4-BE49-F238E27FC236}">
                <a16:creationId xmlns:a16="http://schemas.microsoft.com/office/drawing/2014/main" id="{AE27E3E7-A891-909D-1694-DF17304F4003}"/>
              </a:ext>
            </a:extLst>
          </p:cNvPr>
          <p:cNvGrpSpPr/>
          <p:nvPr/>
        </p:nvGrpSpPr>
        <p:grpSpPr>
          <a:xfrm>
            <a:off x="-3810" y="0"/>
            <a:ext cx="3733800" cy="6858000"/>
            <a:chOff x="0" y="0"/>
            <a:chExt cx="3733800" cy="6858000"/>
          </a:xfrm>
          <a:solidFill>
            <a:schemeClr val="accent5">
              <a:lumMod val="50000"/>
            </a:schemeClr>
          </a:solidFill>
        </p:grpSpPr>
        <p:grpSp>
          <p:nvGrpSpPr>
            <p:cNvPr id="17" name="Csoportba foglalás 16">
              <a:extLst>
                <a:ext uri="{FF2B5EF4-FFF2-40B4-BE49-F238E27FC236}">
                  <a16:creationId xmlns:a16="http://schemas.microsoft.com/office/drawing/2014/main" id="{A85C5533-16A7-2DC5-17A5-2DA33D00CA88}"/>
                </a:ext>
              </a:extLst>
            </p:cNvPr>
            <p:cNvGrpSpPr/>
            <p:nvPr/>
          </p:nvGrpSpPr>
          <p:grpSpPr>
            <a:xfrm>
              <a:off x="0" y="0"/>
              <a:ext cx="3733800" cy="6858000"/>
              <a:chOff x="0" y="0"/>
              <a:chExt cx="3733800" cy="6858000"/>
            </a:xfrm>
            <a:grpFill/>
          </p:grpSpPr>
          <p:sp>
            <p:nvSpPr>
              <p:cNvPr id="4" name="Téglalap 3">
                <a:extLst>
                  <a:ext uri="{FF2B5EF4-FFF2-40B4-BE49-F238E27FC236}">
                    <a16:creationId xmlns:a16="http://schemas.microsoft.com/office/drawing/2014/main" id="{42E17682-50D7-8C1B-DB05-D245BEFA1882}"/>
                  </a:ext>
                </a:extLst>
              </p:cNvPr>
              <p:cNvSpPr/>
              <p:nvPr/>
            </p:nvSpPr>
            <p:spPr>
              <a:xfrm>
                <a:off x="0" y="0"/>
                <a:ext cx="3069336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" name="Szövegdoboz 9">
                <a:extLst>
                  <a:ext uri="{FF2B5EF4-FFF2-40B4-BE49-F238E27FC236}">
                    <a16:creationId xmlns:a16="http://schemas.microsoft.com/office/drawing/2014/main" id="{99D49943-C97C-12C1-B47B-4BE2BB0B8D38}"/>
                  </a:ext>
                </a:extLst>
              </p:cNvPr>
              <p:cNvSpPr txBox="1"/>
              <p:nvPr/>
            </p:nvSpPr>
            <p:spPr>
              <a:xfrm>
                <a:off x="402717" y="952976"/>
                <a:ext cx="2404872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hu-HU" b="1" dirty="0">
                    <a:latin typeface="Montserrat" panose="00000500000000000000" pitchFamily="2" charset="-18"/>
                  </a:rPr>
                  <a:t>Járműkezelés</a:t>
                </a:r>
              </a:p>
            </p:txBody>
          </p:sp>
          <p:sp>
            <p:nvSpPr>
              <p:cNvPr id="14" name="Háromszög 13">
                <a:extLst>
                  <a:ext uri="{FF2B5EF4-FFF2-40B4-BE49-F238E27FC236}">
                    <a16:creationId xmlns:a16="http://schemas.microsoft.com/office/drawing/2014/main" id="{CDAC2FC8-FF38-D9DB-EA44-74C5EF0780C7}"/>
                  </a:ext>
                </a:extLst>
              </p:cNvPr>
              <p:cNvSpPr/>
              <p:nvPr/>
            </p:nvSpPr>
            <p:spPr>
              <a:xfrm rot="5400000">
                <a:off x="2638044" y="1064276"/>
                <a:ext cx="1527048" cy="66446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2510562C-0247-D1B2-B6A4-D40F9D0BE8C5}"/>
                </a:ext>
              </a:extLst>
            </p:cNvPr>
            <p:cNvSpPr txBox="1"/>
            <p:nvPr/>
          </p:nvSpPr>
          <p:spPr>
            <a:xfrm>
              <a:off x="786384" y="5467219"/>
              <a:ext cx="1101852" cy="92333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hu-HU" sz="5400" dirty="0"/>
                <a:t>🚗</a:t>
              </a:r>
            </a:p>
          </p:txBody>
        </p:sp>
        <p:sp>
          <p:nvSpPr>
            <p:cNvPr id="25" name="Szövegdoboz 24">
              <a:extLst>
                <a:ext uri="{FF2B5EF4-FFF2-40B4-BE49-F238E27FC236}">
                  <a16:creationId xmlns:a16="http://schemas.microsoft.com/office/drawing/2014/main" id="{298B5FEA-B85B-1BA2-031E-C6B16DD30FCF}"/>
                </a:ext>
              </a:extLst>
            </p:cNvPr>
            <p:cNvSpPr txBox="1"/>
            <p:nvPr/>
          </p:nvSpPr>
          <p:spPr>
            <a:xfrm>
              <a:off x="423958" y="1869685"/>
              <a:ext cx="2161794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Autók hozzáadása, szerkesztése és nyilvántartása egy helyen.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1508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85409C62-6965-2978-EF27-ACE57AFEE7C2}"/>
              </a:ext>
            </a:extLst>
          </p:cNvPr>
          <p:cNvSpPr/>
          <p:nvPr/>
        </p:nvSpPr>
        <p:spPr>
          <a:xfrm>
            <a:off x="0" y="0"/>
            <a:ext cx="3421930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31E0D56-22C6-C23D-98C0-DEA6281C00BA}"/>
              </a:ext>
            </a:extLst>
          </p:cNvPr>
          <p:cNvSpPr txBox="1"/>
          <p:nvPr/>
        </p:nvSpPr>
        <p:spPr>
          <a:xfrm>
            <a:off x="386499" y="292230"/>
            <a:ext cx="34219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b="1" dirty="0" err="1">
                <a:solidFill>
                  <a:schemeClr val="bg1"/>
                </a:solidFill>
                <a:latin typeface="Montserrat" panose="00000500000000000000" pitchFamily="2" charset="-18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Karsai</a:t>
            </a:r>
            <a:endParaRPr lang="hu-HU" sz="4400" b="1" dirty="0">
              <a:solidFill>
                <a:schemeClr val="bg1"/>
              </a:solidFill>
              <a:latin typeface="Montserrat" panose="00000500000000000000" pitchFamily="2" charset="-18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hu-HU" sz="4400" b="1" dirty="0">
                <a:solidFill>
                  <a:schemeClr val="bg1"/>
                </a:solidFill>
                <a:latin typeface="Montserrat" panose="00000500000000000000" pitchFamily="2" charset="-18"/>
                <a:ea typeface="Sans Serif Collection" panose="020B0502040504020204" pitchFamily="34" charset="0"/>
                <a:cs typeface="Sans Serif Collection" panose="020B0502040504020204" pitchFamily="34" charset="0"/>
              </a:rPr>
              <a:t>Márk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436E2B3-4E11-AA91-DBC5-5D842FBCCC9D}"/>
              </a:ext>
            </a:extLst>
          </p:cNvPr>
          <p:cNvSpPr txBox="1"/>
          <p:nvPr/>
        </p:nvSpPr>
        <p:spPr>
          <a:xfrm>
            <a:off x="3671269" y="179755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was mainly responsible for the frontend development of the project.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706644E-C085-4388-CD78-DA49E45B4113}"/>
              </a:ext>
            </a:extLst>
          </p:cNvPr>
          <p:cNvSpPr txBox="1"/>
          <p:nvPr/>
        </p:nvSpPr>
        <p:spPr>
          <a:xfrm>
            <a:off x="5909310" y="1469059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designed the </a:t>
            </a:r>
            <a:r>
              <a:rPr lang="en-US" sz="2800" b="1" dirty="0">
                <a:latin typeface="Montserrat" panose="00000500000000000000" pitchFamily="2" charset="-18"/>
              </a:rPr>
              <a:t>user interface</a:t>
            </a:r>
            <a:r>
              <a:rPr lang="en-US" sz="2800" dirty="0">
                <a:latin typeface="Montserrat" panose="00000500000000000000" pitchFamily="2" charset="-18"/>
              </a:rPr>
              <a:t> and worked on the </a:t>
            </a:r>
            <a:r>
              <a:rPr lang="en-US" sz="2800" b="1" dirty="0">
                <a:latin typeface="Montserrat" panose="00000500000000000000" pitchFamily="2" charset="-18"/>
              </a:rPr>
              <a:t>layout and styling</a:t>
            </a:r>
            <a:r>
              <a:rPr lang="en-US" sz="2800" dirty="0">
                <a:latin typeface="Montserrat" panose="00000500000000000000" pitchFamily="2" charset="-18"/>
              </a:rPr>
              <a:t> of the website.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3F65ECAC-E14E-2367-08B8-97326F11236F}"/>
              </a:ext>
            </a:extLst>
          </p:cNvPr>
          <p:cNvSpPr txBox="1"/>
          <p:nvPr/>
        </p:nvSpPr>
        <p:spPr>
          <a:xfrm>
            <a:off x="3568446" y="3082751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implemented </a:t>
            </a:r>
            <a:r>
              <a:rPr lang="en-US" sz="2800" b="1" dirty="0">
                <a:latin typeface="Montserrat" panose="00000500000000000000" pitchFamily="2" charset="-18"/>
              </a:rPr>
              <a:t>responsive design</a:t>
            </a:r>
            <a:r>
              <a:rPr lang="en-US" sz="2800" dirty="0">
                <a:latin typeface="Montserrat" panose="00000500000000000000" pitchFamily="2" charset="-18"/>
              </a:rPr>
              <a:t> to make the site work on different devices.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193CC5E-8C2F-7A59-8E63-EE304B06248C}"/>
              </a:ext>
            </a:extLst>
          </p:cNvPr>
          <p:cNvSpPr txBox="1"/>
          <p:nvPr/>
        </p:nvSpPr>
        <p:spPr>
          <a:xfrm>
            <a:off x="6097524" y="4696443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Montserrat" panose="00000500000000000000" pitchFamily="2" charset="-18"/>
              </a:rPr>
              <a:t>I also improved the </a:t>
            </a:r>
            <a:r>
              <a:rPr lang="en-US" sz="2800" b="1" dirty="0">
                <a:latin typeface="Montserrat" panose="00000500000000000000" pitchFamily="2" charset="-18"/>
              </a:rPr>
              <a:t>user experience</a:t>
            </a:r>
            <a:r>
              <a:rPr lang="en-US" sz="2800" dirty="0">
                <a:latin typeface="Montserrat" panose="00000500000000000000" pitchFamily="2" charset="-18"/>
              </a:rPr>
              <a:t> with interactive elements.</a:t>
            </a:r>
          </a:p>
        </p:txBody>
      </p:sp>
    </p:spTree>
    <p:extLst>
      <p:ext uri="{BB962C8B-B14F-4D97-AF65-F5344CB8AC3E}">
        <p14:creationId xmlns:p14="http://schemas.microsoft.com/office/powerpoint/2010/main" val="357128141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671BA07E-0C31-5A47-6CB5-48FEF2534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36" y="904319"/>
            <a:ext cx="4648200" cy="5267325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9AA68D86-7284-B61E-EA41-B21CA1C459BA}"/>
              </a:ext>
            </a:extLst>
          </p:cNvPr>
          <p:cNvSpPr txBox="1"/>
          <p:nvPr/>
        </p:nvSpPr>
        <p:spPr>
          <a:xfrm>
            <a:off x="5493468" y="88711"/>
            <a:ext cx="71667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dirty="0">
                <a:latin typeface="Montserrat" panose="00000500000000000000" pitchFamily="2" charset="-18"/>
              </a:rPr>
              <a:t>Market funkció - Eladás létrehozása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316552E3-2018-F437-9FB5-0BBB98B6FA20}"/>
              </a:ext>
            </a:extLst>
          </p:cNvPr>
          <p:cNvSpPr txBox="1"/>
          <p:nvPr/>
        </p:nvSpPr>
        <p:spPr>
          <a:xfrm>
            <a:off x="5335571" y="1964645"/>
            <a:ext cx="74000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Új eladás mentése az adatbázisba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C5AE537E-53B2-C61A-2CA1-5D86B856CF95}"/>
              </a:ext>
            </a:extLst>
          </p:cNvPr>
          <p:cNvSpPr txBox="1"/>
          <p:nvPr/>
        </p:nvSpPr>
        <p:spPr>
          <a:xfrm>
            <a:off x="4951036" y="2652802"/>
            <a:ext cx="7590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Bejelentkezett felhasználó azonosítása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49EFCA68-3064-8D49-213A-442A34CDFB0A}"/>
              </a:ext>
            </a:extLst>
          </p:cNvPr>
          <p:cNvSpPr txBox="1"/>
          <p:nvPr/>
        </p:nvSpPr>
        <p:spPr>
          <a:xfrm>
            <a:off x="5892929" y="3340959"/>
            <a:ext cx="6367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Képek feltöltése és tárolása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A75A0EFF-0F82-C33A-FAC6-CC79A01AF26F}"/>
              </a:ext>
            </a:extLst>
          </p:cNvPr>
          <p:cNvSpPr txBox="1"/>
          <p:nvPr/>
        </p:nvSpPr>
        <p:spPr>
          <a:xfrm>
            <a:off x="5213023" y="3864179"/>
            <a:ext cx="63678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2800" dirty="0">
                <a:latin typeface="Montserrat" panose="00000500000000000000" pitchFamily="2" charset="-18"/>
              </a:rPr>
              <a:t>Hibakezelés </a:t>
            </a:r>
          </a:p>
          <a:p>
            <a:pPr algn="ctr"/>
            <a:r>
              <a:rPr lang="hu-HU" sz="2800" dirty="0">
                <a:latin typeface="Montserrat" panose="00000500000000000000" pitchFamily="2" charset="-18"/>
              </a:rPr>
              <a:t>(ha nincs bejelentkezve)</a:t>
            </a:r>
          </a:p>
        </p:txBody>
      </p:sp>
    </p:spTree>
    <p:extLst>
      <p:ext uri="{BB962C8B-B14F-4D97-AF65-F5344CB8AC3E}">
        <p14:creationId xmlns:p14="http://schemas.microsoft.com/office/powerpoint/2010/main" val="407875505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B5E84E86-B7EA-6317-64A9-CB859A0A4A30}"/>
              </a:ext>
            </a:extLst>
          </p:cNvPr>
          <p:cNvSpPr/>
          <p:nvPr/>
        </p:nvSpPr>
        <p:spPr>
          <a:xfrm>
            <a:off x="8770070" y="0"/>
            <a:ext cx="3421930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4E8046D-6ACB-59AB-2BC1-EA149A263B6B}"/>
              </a:ext>
            </a:extLst>
          </p:cNvPr>
          <p:cNvSpPr txBox="1"/>
          <p:nvPr/>
        </p:nvSpPr>
        <p:spPr>
          <a:xfrm>
            <a:off x="8770070" y="367645"/>
            <a:ext cx="34219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b="1" dirty="0">
                <a:solidFill>
                  <a:schemeClr val="bg1"/>
                </a:solidFill>
                <a:latin typeface="Montserrat" panose="00000500000000000000" pitchFamily="2" charset="-18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Nagy Zsolt 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193E1F7C-9BFA-F6D7-479A-F1D4F4A5D8C0}"/>
              </a:ext>
            </a:extLst>
          </p:cNvPr>
          <p:cNvSpPr txBox="1"/>
          <p:nvPr/>
        </p:nvSpPr>
        <p:spPr>
          <a:xfrm>
            <a:off x="550926" y="3493221"/>
            <a:ext cx="62407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also contributed to the </a:t>
            </a:r>
            <a:r>
              <a:rPr lang="en-US" sz="2800" b="1" dirty="0">
                <a:latin typeface="Montserrat" panose="00000500000000000000" pitchFamily="2" charset="-18"/>
              </a:rPr>
              <a:t>project documentation</a:t>
            </a:r>
            <a:r>
              <a:rPr lang="en-US" sz="2800" dirty="0">
                <a:latin typeface="Montserrat" panose="00000500000000000000" pitchFamily="2" charset="-18"/>
              </a:rPr>
              <a:t>.</a:t>
            </a:r>
          </a:p>
          <a:p>
            <a:endParaRPr lang="hu-HU" sz="2800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A7B2BE0-6E63-CB20-88FC-762196895911}"/>
              </a:ext>
            </a:extLst>
          </p:cNvPr>
          <p:cNvSpPr txBox="1"/>
          <p:nvPr/>
        </p:nvSpPr>
        <p:spPr>
          <a:xfrm>
            <a:off x="2322196" y="4896718"/>
            <a:ext cx="62407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In addition, I described the </a:t>
            </a:r>
            <a:r>
              <a:rPr lang="en-US" sz="2800" b="1" dirty="0">
                <a:latin typeface="Montserrat" panose="00000500000000000000" pitchFamily="2" charset="-18"/>
              </a:rPr>
              <a:t>system structure and features</a:t>
            </a:r>
            <a:r>
              <a:rPr lang="en-US" sz="2800" dirty="0">
                <a:latin typeface="Montserrat" panose="00000500000000000000" pitchFamily="2" charset="-18"/>
              </a:rPr>
              <a:t>.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8FD9E11A-A91E-311A-96E0-B5AE696E7688}"/>
              </a:ext>
            </a:extLst>
          </p:cNvPr>
          <p:cNvSpPr txBox="1"/>
          <p:nvPr/>
        </p:nvSpPr>
        <p:spPr>
          <a:xfrm>
            <a:off x="301541" y="252686"/>
            <a:ext cx="62407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worked on the frontend part of the project together with my teammate.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0769419D-5DDD-0E5A-65EB-E4893E3FDBE2}"/>
              </a:ext>
            </a:extLst>
          </p:cNvPr>
          <p:cNvSpPr txBox="1"/>
          <p:nvPr/>
        </p:nvSpPr>
        <p:spPr>
          <a:xfrm>
            <a:off x="2337563" y="2052810"/>
            <a:ext cx="62407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helped with building </a:t>
            </a:r>
            <a:r>
              <a:rPr lang="en-US" sz="2800" b="1" dirty="0">
                <a:latin typeface="Montserrat" panose="00000500000000000000" pitchFamily="2" charset="-18"/>
              </a:rPr>
              <a:t>pages and components</a:t>
            </a:r>
            <a:r>
              <a:rPr lang="en-US" sz="2800" dirty="0">
                <a:latin typeface="Montserrat" panose="00000500000000000000" pitchFamily="2" charset="-18"/>
              </a:rPr>
              <a:t> of the website</a:t>
            </a:r>
            <a:endParaRPr lang="hu-HU" sz="2800" dirty="0"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816777563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A9A1C7F1-F633-76F1-D4AE-43A1CC778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32" y="703087"/>
            <a:ext cx="6522720" cy="5451826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30BD72FB-F119-9CD3-50DE-E935D5F2B89C}"/>
              </a:ext>
            </a:extLst>
          </p:cNvPr>
          <p:cNvSpPr txBox="1"/>
          <p:nvPr/>
        </p:nvSpPr>
        <p:spPr>
          <a:xfrm>
            <a:off x="0" y="274320"/>
            <a:ext cx="6181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600" b="1" dirty="0">
                <a:latin typeface="Montserrat" panose="00000500000000000000" pitchFamily="2" charset="-18"/>
              </a:rPr>
              <a:t>Időpontkezelés – Frissítés és ellenőrzés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8496FF0-FE65-41AE-2287-AEFB0A92788C}"/>
              </a:ext>
            </a:extLst>
          </p:cNvPr>
          <p:cNvSpPr txBox="1"/>
          <p:nvPr/>
        </p:nvSpPr>
        <p:spPr>
          <a:xfrm>
            <a:off x="155448" y="1968595"/>
            <a:ext cx="6195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Időpont adatainak frissítése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010F2B18-58A9-58EC-F77E-077D610AC405}"/>
              </a:ext>
            </a:extLst>
          </p:cNvPr>
          <p:cNvSpPr txBox="1"/>
          <p:nvPr/>
        </p:nvSpPr>
        <p:spPr>
          <a:xfrm>
            <a:off x="89154" y="2728809"/>
            <a:ext cx="61950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Ütközések ellenőrzése </a:t>
            </a:r>
          </a:p>
          <a:p>
            <a:r>
              <a:rPr lang="hu-HU" sz="2800" dirty="0">
                <a:latin typeface="Montserrat" panose="00000500000000000000" pitchFamily="2" charset="-18"/>
              </a:rPr>
              <a:t>(azonos időpont)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65E0D32D-6C86-728D-011C-914C967685DB}"/>
              </a:ext>
            </a:extLst>
          </p:cNvPr>
          <p:cNvSpPr txBox="1"/>
          <p:nvPr/>
        </p:nvSpPr>
        <p:spPr>
          <a:xfrm>
            <a:off x="89154" y="3850073"/>
            <a:ext cx="6195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Szerviz állapot kezelése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81779F1F-6DE7-D4DA-FC1A-D388361ADDE5}"/>
              </a:ext>
            </a:extLst>
          </p:cNvPr>
          <p:cNvSpPr txBox="1"/>
          <p:nvPr/>
        </p:nvSpPr>
        <p:spPr>
          <a:xfrm>
            <a:off x="89154" y="4627795"/>
            <a:ext cx="6195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Képek feltöltése és mentése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19586BE3-3F2D-2BDF-2B5D-23100D44133A}"/>
              </a:ext>
            </a:extLst>
          </p:cNvPr>
          <p:cNvSpPr txBox="1"/>
          <p:nvPr/>
        </p:nvSpPr>
        <p:spPr>
          <a:xfrm>
            <a:off x="89154" y="5365398"/>
            <a:ext cx="38496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Értesítés küldése a felhasználónak</a:t>
            </a:r>
          </a:p>
        </p:txBody>
      </p:sp>
    </p:spTree>
    <p:extLst>
      <p:ext uri="{BB962C8B-B14F-4D97-AF65-F5344CB8AC3E}">
        <p14:creationId xmlns:p14="http://schemas.microsoft.com/office/powerpoint/2010/main" val="309899561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9A4A9D11-BDD4-9C72-E0FF-1034C801A493}"/>
              </a:ext>
            </a:extLst>
          </p:cNvPr>
          <p:cNvSpPr/>
          <p:nvPr/>
        </p:nvSpPr>
        <p:spPr>
          <a:xfrm>
            <a:off x="0" y="0"/>
            <a:ext cx="12192000" cy="16779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24DE7CE-DB3E-A3AF-3E71-B875EFD628C1}"/>
              </a:ext>
            </a:extLst>
          </p:cNvPr>
          <p:cNvSpPr txBox="1"/>
          <p:nvPr/>
        </p:nvSpPr>
        <p:spPr>
          <a:xfrm>
            <a:off x="3921550" y="377071"/>
            <a:ext cx="38649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b="1" dirty="0">
                <a:solidFill>
                  <a:schemeClr val="bg1"/>
                </a:solidFill>
                <a:latin typeface="Montserrat" panose="00000500000000000000" pitchFamily="2" charset="-18"/>
                <a:ea typeface="Sans Serif Collection" panose="020B0502040504020204" pitchFamily="34" charset="0"/>
                <a:cs typeface="Sans Serif Collection" panose="020B0502040504020204" pitchFamily="34" charset="0"/>
              </a:rPr>
              <a:t>Szabó Máté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59C340C-C6EE-82EE-C2C9-762F036B14C7}"/>
              </a:ext>
            </a:extLst>
          </p:cNvPr>
          <p:cNvSpPr txBox="1"/>
          <p:nvPr/>
        </p:nvSpPr>
        <p:spPr>
          <a:xfrm>
            <a:off x="333757" y="1795210"/>
            <a:ext cx="60944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was mainly </a:t>
            </a:r>
            <a:r>
              <a:rPr lang="en-US" sz="2800" b="1" dirty="0">
                <a:latin typeface="Montserrat" panose="00000500000000000000" pitchFamily="2" charset="-18"/>
              </a:rPr>
              <a:t>responsible</a:t>
            </a:r>
            <a:r>
              <a:rPr lang="en-US" sz="2800" dirty="0">
                <a:latin typeface="Montserrat" panose="00000500000000000000" pitchFamily="2" charset="-18"/>
              </a:rPr>
              <a:t> for the </a:t>
            </a:r>
            <a:r>
              <a:rPr lang="en-US" sz="2800" b="1" dirty="0">
                <a:latin typeface="Montserrat" panose="00000500000000000000" pitchFamily="2" charset="-18"/>
              </a:rPr>
              <a:t>backend development </a:t>
            </a:r>
            <a:r>
              <a:rPr lang="en-US" sz="2800" dirty="0">
                <a:latin typeface="Montserrat" panose="00000500000000000000" pitchFamily="2" charset="-18"/>
              </a:rPr>
              <a:t>of the project.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42FC61F-07F7-B751-8FF3-89B33B874DAD}"/>
              </a:ext>
            </a:extLst>
          </p:cNvPr>
          <p:cNvSpPr txBox="1"/>
          <p:nvPr/>
        </p:nvSpPr>
        <p:spPr>
          <a:xfrm>
            <a:off x="6494503" y="2136186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worked with databases and handled the logic behind the system.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4DC2CB7-8F45-B582-CF3F-29CBA215A478}"/>
              </a:ext>
            </a:extLst>
          </p:cNvPr>
          <p:cNvSpPr txBox="1"/>
          <p:nvPr/>
        </p:nvSpPr>
        <p:spPr>
          <a:xfrm>
            <a:off x="199644" y="3334020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implemented features like </a:t>
            </a:r>
            <a:r>
              <a:rPr lang="en-US" sz="2800" b="1" dirty="0">
                <a:latin typeface="Montserrat" panose="00000500000000000000" pitchFamily="2" charset="-18"/>
              </a:rPr>
              <a:t>data handling</a:t>
            </a:r>
            <a:r>
              <a:rPr lang="en-US" sz="2800" dirty="0">
                <a:latin typeface="Montserrat" panose="00000500000000000000" pitchFamily="2" charset="-18"/>
              </a:rPr>
              <a:t>, </a:t>
            </a:r>
            <a:r>
              <a:rPr lang="en-US" sz="2800" b="1" dirty="0">
                <a:latin typeface="Montserrat" panose="00000500000000000000" pitchFamily="2" charset="-18"/>
              </a:rPr>
              <a:t>error tracking </a:t>
            </a:r>
            <a:r>
              <a:rPr lang="en-US" sz="2800" dirty="0">
                <a:latin typeface="Montserrat" panose="00000500000000000000" pitchFamily="2" charset="-18"/>
              </a:rPr>
              <a:t>and basic </a:t>
            </a:r>
            <a:r>
              <a:rPr lang="en-US" sz="2800" b="1" dirty="0">
                <a:latin typeface="Montserrat" panose="00000500000000000000" pitchFamily="2" charset="-18"/>
              </a:rPr>
              <a:t>system operations</a:t>
            </a:r>
            <a:r>
              <a:rPr lang="en-US" sz="2800" dirty="0">
                <a:latin typeface="Montserrat" panose="00000500000000000000" pitchFamily="2" charset="-18"/>
              </a:rPr>
              <a:t>.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F75BF32-97BB-F208-C533-8FA9160D55C8}"/>
              </a:ext>
            </a:extLst>
          </p:cNvPr>
          <p:cNvSpPr txBox="1"/>
          <p:nvPr/>
        </p:nvSpPr>
        <p:spPr>
          <a:xfrm>
            <a:off x="5854045" y="4026517"/>
            <a:ext cx="6227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 also helped with </a:t>
            </a:r>
            <a:r>
              <a:rPr lang="en-US" sz="2800" b="1" dirty="0">
                <a:latin typeface="Montserrat" panose="00000500000000000000" pitchFamily="2" charset="-18"/>
              </a:rPr>
              <a:t>connecting</a:t>
            </a:r>
            <a:r>
              <a:rPr lang="en-US" sz="2800" dirty="0">
                <a:latin typeface="Montserrat" panose="00000500000000000000" pitchFamily="2" charset="-18"/>
              </a:rPr>
              <a:t> the </a:t>
            </a:r>
            <a:r>
              <a:rPr lang="en-US" sz="2800" b="1" dirty="0">
                <a:latin typeface="Montserrat" panose="00000500000000000000" pitchFamily="2" charset="-18"/>
              </a:rPr>
              <a:t>frontend and backend</a:t>
            </a:r>
            <a:r>
              <a:rPr lang="en-US" sz="2800" dirty="0">
                <a:latin typeface="Montserrat" panose="00000500000000000000" pitchFamily="2" charset="-18"/>
              </a:rPr>
              <a:t> parts of the application.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D620D2E4-9C50-F6B4-4724-26942C46E6F5}"/>
              </a:ext>
            </a:extLst>
          </p:cNvPr>
          <p:cNvSpPr txBox="1"/>
          <p:nvPr/>
        </p:nvSpPr>
        <p:spPr>
          <a:xfrm>
            <a:off x="267439" y="5191296"/>
            <a:ext cx="6227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-18"/>
              </a:rPr>
              <a:t>In addition, I created the </a:t>
            </a:r>
            <a:r>
              <a:rPr lang="en-US" sz="2800" b="1" dirty="0">
                <a:latin typeface="Montserrat" panose="00000500000000000000" pitchFamily="2" charset="-18"/>
              </a:rPr>
              <a:t>PowerPoint presentation </a:t>
            </a:r>
            <a:r>
              <a:rPr lang="en-US" sz="2800" dirty="0">
                <a:latin typeface="Montserrat" panose="00000500000000000000" pitchFamily="2" charset="-18"/>
              </a:rPr>
              <a:t>for this project.</a:t>
            </a:r>
            <a:endParaRPr lang="hu-HU" sz="2800" dirty="0"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41174801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C10F1806-189D-EAC1-E888-02AFD667C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817" y="1265875"/>
            <a:ext cx="6823868" cy="1625934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9C664787-0389-9FE6-4228-EAA6E050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412" y="3279224"/>
            <a:ext cx="6611273" cy="127652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A16A550-B461-2B13-8E27-44A96AADE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097" y="4917558"/>
            <a:ext cx="6087325" cy="1114581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BF4E839F-7ABC-A141-1458-C37D18512222}"/>
              </a:ext>
            </a:extLst>
          </p:cNvPr>
          <p:cNvSpPr txBox="1"/>
          <p:nvPr/>
        </p:nvSpPr>
        <p:spPr>
          <a:xfrm>
            <a:off x="443786" y="288433"/>
            <a:ext cx="6823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dirty="0">
                <a:latin typeface="Montserrat" panose="00000500000000000000" pitchFamily="2" charset="-18"/>
              </a:rPr>
              <a:t>Időpontfoglalás logika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D72A26E4-85EA-CC8E-7198-7635426B621D}"/>
              </a:ext>
            </a:extLst>
          </p:cNvPr>
          <p:cNvSpPr txBox="1"/>
          <p:nvPr/>
        </p:nvSpPr>
        <p:spPr>
          <a:xfrm>
            <a:off x="202613" y="1890862"/>
            <a:ext cx="6163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📅 Dátum és idő validálása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0218FD9-03DA-9444-C1FE-87F6DB64A739}"/>
              </a:ext>
            </a:extLst>
          </p:cNvPr>
          <p:cNvSpPr txBox="1"/>
          <p:nvPr/>
        </p:nvSpPr>
        <p:spPr>
          <a:xfrm>
            <a:off x="202613" y="2716853"/>
            <a:ext cx="61630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⏳ Csak jövőbeli időpontok  	engedélyezettek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CB5428ED-B7F8-8E19-B648-6DECAAE1DB57}"/>
              </a:ext>
            </a:extLst>
          </p:cNvPr>
          <p:cNvSpPr txBox="1"/>
          <p:nvPr/>
        </p:nvSpPr>
        <p:spPr>
          <a:xfrm>
            <a:off x="202613" y="3806005"/>
            <a:ext cx="6163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/>
              <a:t>⚠️</a:t>
            </a:r>
            <a:r>
              <a:rPr lang="hu-HU" dirty="0"/>
              <a:t> </a:t>
            </a:r>
            <a:r>
              <a:rPr lang="hu-HU" sz="2800" dirty="0">
                <a:latin typeface="Montserrat" panose="00000500000000000000" pitchFamily="2" charset="-18"/>
              </a:rPr>
              <a:t>Ütközések</a:t>
            </a:r>
            <a:r>
              <a:rPr lang="hu-HU" dirty="0"/>
              <a:t> </a:t>
            </a:r>
            <a:r>
              <a:rPr lang="hu-HU" sz="2800" dirty="0">
                <a:latin typeface="Montserrat" panose="00000500000000000000" pitchFamily="2" charset="-18"/>
              </a:rPr>
              <a:t>ellenőrzése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264601F0-E057-F686-EF37-08890C26CF38}"/>
              </a:ext>
            </a:extLst>
          </p:cNvPr>
          <p:cNvSpPr txBox="1"/>
          <p:nvPr/>
        </p:nvSpPr>
        <p:spPr>
          <a:xfrm>
            <a:off x="202613" y="4530081"/>
            <a:ext cx="69845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dirty="0">
                <a:latin typeface="Montserrat" panose="00000500000000000000" pitchFamily="2" charset="-18"/>
              </a:rPr>
              <a:t>🚫 Dupla foglalás megakadályozása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5ED912AD-7715-3548-E557-BBD66DE9A050}"/>
              </a:ext>
            </a:extLst>
          </p:cNvPr>
          <p:cNvSpPr txBox="1"/>
          <p:nvPr/>
        </p:nvSpPr>
        <p:spPr>
          <a:xfrm>
            <a:off x="202613" y="5250332"/>
            <a:ext cx="6163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💬 Hibakezelés</a:t>
            </a:r>
          </a:p>
        </p:txBody>
      </p:sp>
    </p:spTree>
    <p:extLst>
      <p:ext uri="{BB962C8B-B14F-4D97-AF65-F5344CB8AC3E}">
        <p14:creationId xmlns:p14="http://schemas.microsoft.com/office/powerpoint/2010/main" val="114498713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DAE7DBEC-A58D-6C0D-E881-A8F3DB1C27EC}"/>
              </a:ext>
            </a:extLst>
          </p:cNvPr>
          <p:cNvSpPr txBox="1"/>
          <p:nvPr/>
        </p:nvSpPr>
        <p:spPr>
          <a:xfrm>
            <a:off x="3503676" y="100584"/>
            <a:ext cx="51846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000" b="1" dirty="0">
                <a:latin typeface="Montserrat" panose="00000500000000000000" pitchFamily="2" charset="-18"/>
              </a:rPr>
              <a:t>PREZENTÁCIÓ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C33CC1A7-09DD-B40F-4D53-0A4CE2990376}"/>
              </a:ext>
            </a:extLst>
          </p:cNvPr>
          <p:cNvSpPr txBox="1"/>
          <p:nvPr/>
        </p:nvSpPr>
        <p:spPr>
          <a:xfrm>
            <a:off x="758952" y="1236112"/>
            <a:ext cx="4672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Montserrat" panose="00000500000000000000" pitchFamily="2" charset="-18"/>
              </a:rPr>
              <a:t>Az </a:t>
            </a:r>
            <a:r>
              <a:rPr lang="hu-HU" sz="2400" dirty="0" err="1">
                <a:latin typeface="Montserrat" panose="00000500000000000000" pitchFamily="2" charset="-18"/>
              </a:rPr>
              <a:t>AutoNex</a:t>
            </a:r>
            <a:r>
              <a:rPr lang="hu-HU" sz="2400" dirty="0">
                <a:latin typeface="Montserrat" panose="00000500000000000000" pitchFamily="2" charset="-18"/>
              </a:rPr>
              <a:t> járműkezelő rendszert fogjuk bemutatni.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798785A-83C4-A91D-8EE4-25F067BC100D}"/>
              </a:ext>
            </a:extLst>
          </p:cNvPr>
          <p:cNvSpPr txBox="1"/>
          <p:nvPr/>
        </p:nvSpPr>
        <p:spPr>
          <a:xfrm>
            <a:off x="758952" y="2340863"/>
            <a:ext cx="47518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Montserrat" panose="00000500000000000000" pitchFamily="2" charset="-18"/>
              </a:rPr>
              <a:t>A webalkalmazás lehetővé teszi a járművek nyilvántartását,</a:t>
            </a:r>
            <a:br>
              <a:rPr lang="hu-HU" sz="2400" dirty="0">
                <a:latin typeface="Montserrat" panose="00000500000000000000" pitchFamily="2" charset="-18"/>
              </a:rPr>
            </a:br>
            <a:r>
              <a:rPr lang="hu-HU" sz="2400" dirty="0">
                <a:latin typeface="Montserrat" panose="00000500000000000000" pitchFamily="2" charset="-18"/>
              </a:rPr>
              <a:t>szervizelésének kezelését és az időpontfoglalást.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769A5C4E-25BB-93F2-4F7E-1A8F921FDDAA}"/>
              </a:ext>
            </a:extLst>
          </p:cNvPr>
          <p:cNvSpPr txBox="1"/>
          <p:nvPr/>
        </p:nvSpPr>
        <p:spPr>
          <a:xfrm>
            <a:off x="758952" y="4553609"/>
            <a:ext cx="5349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Montserrat" panose="00000500000000000000" pitchFamily="2" charset="-18"/>
              </a:rPr>
              <a:t>A rendszer célja, hogy egyszerűbbé és átláthatóbbá tegye a járműkezelést.</a:t>
            </a:r>
          </a:p>
        </p:txBody>
      </p:sp>
      <p:pic>
        <p:nvPicPr>
          <p:cNvPr id="1026" name="Picture 2" descr="Car Repair Shop Line Icon 14722692 Vector Art at Vecteezy">
            <a:extLst>
              <a:ext uri="{FF2B5EF4-FFF2-40B4-BE49-F238E27FC236}">
                <a16:creationId xmlns:a16="http://schemas.microsoft.com/office/drawing/2014/main" id="{CEDAC780-8923-CF4D-D212-0A3D71571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218" y="1495043"/>
            <a:ext cx="3204972" cy="3204972"/>
          </a:xfrm>
          <a:prstGeom prst="roundRect">
            <a:avLst>
              <a:gd name="adj" fmla="val 8594"/>
            </a:avLst>
          </a:prstGeom>
          <a:solidFill>
            <a:schemeClr val="tx1">
              <a:alpha val="80000"/>
            </a:scheme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0790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8085-DBC7-9EC1-B304-31143C4BF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0A699208-34A3-E529-CE48-CE80090519E5}"/>
              </a:ext>
            </a:extLst>
          </p:cNvPr>
          <p:cNvSpPr txBox="1"/>
          <p:nvPr/>
        </p:nvSpPr>
        <p:spPr>
          <a:xfrm>
            <a:off x="1481328" y="356616"/>
            <a:ext cx="4133088" cy="923330"/>
          </a:xfrm>
          <a:prstGeom prst="rect">
            <a:avLst/>
          </a:prstGeom>
          <a:noFill/>
          <a:effectLst>
            <a:reflection blurRad="139700" stA="23000" endPos="6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hu-HU" sz="5400" b="1" dirty="0">
                <a:effectLst>
                  <a:outerShdw blurRad="50800" dist="76200" dir="3060000" algn="ctr" rotWithShape="0">
                    <a:srgbClr val="000000">
                      <a:alpha val="51000"/>
                    </a:srgbClr>
                  </a:outerShdw>
                </a:effectLst>
                <a:latin typeface="Montserrat" panose="00000500000000000000" pitchFamily="2" charset="-18"/>
              </a:rPr>
              <a:t>ELŐNYÖK: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AF5DFA8-105C-F83B-8A4A-945E7596D2E7}"/>
              </a:ext>
            </a:extLst>
          </p:cNvPr>
          <p:cNvSpPr txBox="1"/>
          <p:nvPr/>
        </p:nvSpPr>
        <p:spPr>
          <a:xfrm>
            <a:off x="2097405" y="1580126"/>
            <a:ext cx="7034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b="1" dirty="0">
                <a:latin typeface="Montserrat" panose="00000500000000000000" pitchFamily="2" charset="-18"/>
              </a:rPr>
              <a:t>Egyszerű és átlátható</a:t>
            </a:r>
            <a:r>
              <a:rPr lang="hu-HU" sz="2800" dirty="0">
                <a:latin typeface="Montserrat" panose="00000500000000000000" pitchFamily="2" charset="-18"/>
              </a:rPr>
              <a:t> kezelőfelület.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BC9D8D5-29EA-6135-A57F-4083B4EFCAD9}"/>
              </a:ext>
            </a:extLst>
          </p:cNvPr>
          <p:cNvSpPr txBox="1"/>
          <p:nvPr/>
        </p:nvSpPr>
        <p:spPr>
          <a:xfrm>
            <a:off x="1168146" y="1487793"/>
            <a:ext cx="843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dirty="0"/>
              <a:t>🧭</a:t>
            </a:r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0D755D8-412E-459A-820A-FDB00404FE65}"/>
              </a:ext>
            </a:extLst>
          </p:cNvPr>
          <p:cNvSpPr txBox="1"/>
          <p:nvPr/>
        </p:nvSpPr>
        <p:spPr>
          <a:xfrm>
            <a:off x="2097405" y="2403526"/>
            <a:ext cx="610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b="1" dirty="0"/>
              <a:t>Egyszerű </a:t>
            </a:r>
            <a:r>
              <a:rPr lang="hu-HU" sz="2800" b="1" dirty="0">
                <a:latin typeface="Montserrat" panose="00000500000000000000" pitchFamily="2" charset="-18"/>
              </a:rPr>
              <a:t>járműkezelés</a:t>
            </a:r>
            <a:r>
              <a:rPr lang="hu-HU" sz="2800" dirty="0"/>
              <a:t> egy helyen.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C26352E5-9581-96D9-AB67-0012427CE5B9}"/>
              </a:ext>
            </a:extLst>
          </p:cNvPr>
          <p:cNvSpPr txBox="1"/>
          <p:nvPr/>
        </p:nvSpPr>
        <p:spPr>
          <a:xfrm>
            <a:off x="1168146" y="2250376"/>
            <a:ext cx="9075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dirty="0"/>
              <a:t>🚗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7ECD444-29C6-8DAE-74F3-9EE59FE52D96}"/>
              </a:ext>
            </a:extLst>
          </p:cNvPr>
          <p:cNvSpPr txBox="1"/>
          <p:nvPr/>
        </p:nvSpPr>
        <p:spPr>
          <a:xfrm>
            <a:off x="2097405" y="3319259"/>
            <a:ext cx="9158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b="1" dirty="0">
                <a:latin typeface="Montserrat" panose="00000500000000000000" pitchFamily="2" charset="-18"/>
              </a:rPr>
              <a:t>Hibák rögzítése és követése</a:t>
            </a:r>
            <a:r>
              <a:rPr lang="hu-HU" sz="2800" dirty="0">
                <a:latin typeface="Montserrat" panose="00000500000000000000" pitchFamily="2" charset="-18"/>
              </a:rPr>
              <a:t> a járművekhez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112C0B82-D501-0F06-C74A-15C8B408B033}"/>
              </a:ext>
            </a:extLst>
          </p:cNvPr>
          <p:cNvSpPr txBox="1"/>
          <p:nvPr/>
        </p:nvSpPr>
        <p:spPr>
          <a:xfrm>
            <a:off x="1189863" y="3329710"/>
            <a:ext cx="688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/>
              <a:t>🛠️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0B56F9B8-30AE-C651-250C-EBB1B5B9D6E6}"/>
              </a:ext>
            </a:extLst>
          </p:cNvPr>
          <p:cNvSpPr txBox="1"/>
          <p:nvPr/>
        </p:nvSpPr>
        <p:spPr>
          <a:xfrm>
            <a:off x="2097405" y="4253681"/>
            <a:ext cx="7896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b="1" dirty="0">
                <a:latin typeface="Montserrat" panose="00000500000000000000" pitchFamily="2" charset="-18"/>
              </a:rPr>
              <a:t>Gyors időpontfoglalás</a:t>
            </a:r>
            <a:r>
              <a:rPr lang="hu-HU" sz="2800" dirty="0">
                <a:latin typeface="Montserrat" panose="00000500000000000000" pitchFamily="2" charset="-18"/>
              </a:rPr>
              <a:t> szervizhez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9CE7B5BC-E9E4-57F2-B770-DCA62DF9AD8D}"/>
              </a:ext>
            </a:extLst>
          </p:cNvPr>
          <p:cNvSpPr txBox="1"/>
          <p:nvPr/>
        </p:nvSpPr>
        <p:spPr>
          <a:xfrm>
            <a:off x="1258443" y="4253681"/>
            <a:ext cx="7703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/>
              <a:t>📅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D6C7161E-E27E-E4F8-71B6-2C59D42E9974}"/>
              </a:ext>
            </a:extLst>
          </p:cNvPr>
          <p:cNvSpPr txBox="1"/>
          <p:nvPr/>
        </p:nvSpPr>
        <p:spPr>
          <a:xfrm>
            <a:off x="2097405" y="5277874"/>
            <a:ext cx="7896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b="1" dirty="0">
                <a:latin typeface="Montserrat" panose="00000500000000000000" pitchFamily="2" charset="-18"/>
              </a:rPr>
              <a:t>Rendszerezett adatok</a:t>
            </a:r>
            <a:r>
              <a:rPr lang="hu-HU" sz="2800" dirty="0">
                <a:latin typeface="Montserrat" panose="00000500000000000000" pitchFamily="2" charset="-18"/>
              </a:rPr>
              <a:t> és könnyű kezelés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CC948F7C-4340-DFCB-187C-EC52CFD2F066}"/>
              </a:ext>
            </a:extLst>
          </p:cNvPr>
          <p:cNvSpPr txBox="1"/>
          <p:nvPr/>
        </p:nvSpPr>
        <p:spPr>
          <a:xfrm>
            <a:off x="1267587" y="5000875"/>
            <a:ext cx="76123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hu-HU" dirty="0"/>
            </a:br>
            <a:r>
              <a:rPr lang="hu-HU" sz="2800" dirty="0"/>
              <a:t>📊</a:t>
            </a:r>
            <a:r>
              <a:rPr lang="hu-H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160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zövegdoboz 5">
            <a:extLst>
              <a:ext uri="{FF2B5EF4-FFF2-40B4-BE49-F238E27FC236}">
                <a16:creationId xmlns:a16="http://schemas.microsoft.com/office/drawing/2014/main" id="{4C3995E6-9BB7-4513-2122-BBC5062515D3}"/>
              </a:ext>
            </a:extLst>
          </p:cNvPr>
          <p:cNvSpPr txBox="1"/>
          <p:nvPr/>
        </p:nvSpPr>
        <p:spPr>
          <a:xfrm>
            <a:off x="235458" y="181094"/>
            <a:ext cx="61036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6000" b="1" dirty="0">
                <a:effectLst>
                  <a:outerShdw blurRad="50800" dist="50800" dir="5400000" algn="ctr" rotWithShape="0">
                    <a:srgbClr val="000000">
                      <a:alpha val="85000"/>
                    </a:srgbClr>
                  </a:outerShdw>
                </a:effectLst>
                <a:latin typeface="Montserrat" panose="00000500000000000000" pitchFamily="2" charset="-18"/>
              </a:rPr>
              <a:t>Fejlesztés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DDE5915-3CAB-BFA6-CFC4-647AB0BF7647}"/>
              </a:ext>
            </a:extLst>
          </p:cNvPr>
          <p:cNvSpPr txBox="1"/>
          <p:nvPr/>
        </p:nvSpPr>
        <p:spPr>
          <a:xfrm>
            <a:off x="6096000" y="1347189"/>
            <a:ext cx="61981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💻 Programozási nyelvek: PHP, JavaScript, HTML, CSS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30B00EB9-338D-95C7-6649-33F52511EC18}"/>
              </a:ext>
            </a:extLst>
          </p:cNvPr>
          <p:cNvSpPr txBox="1"/>
          <p:nvPr/>
        </p:nvSpPr>
        <p:spPr>
          <a:xfrm>
            <a:off x="676374" y="2490339"/>
            <a:ext cx="6235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⚙️ Keretrendszer: Laravel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36E76C4-C616-8241-8B2F-21B50394A6D4}"/>
              </a:ext>
            </a:extLst>
          </p:cNvPr>
          <p:cNvSpPr txBox="1"/>
          <p:nvPr/>
        </p:nvSpPr>
        <p:spPr>
          <a:xfrm>
            <a:off x="4861874" y="3556267"/>
            <a:ext cx="62358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🛠️ Fejlesztői környezet: XAMPP, Visual </a:t>
            </a:r>
            <a:r>
              <a:rPr lang="hu-HU" sz="2800" dirty="0" err="1">
                <a:latin typeface="Montserrat" panose="00000500000000000000" pitchFamily="2" charset="-18"/>
              </a:rPr>
              <a:t>Studio</a:t>
            </a:r>
            <a:r>
              <a:rPr lang="hu-HU" sz="2800" dirty="0">
                <a:latin typeface="Montserrat" panose="00000500000000000000" pitchFamily="2" charset="-18"/>
              </a:rPr>
              <a:t> </a:t>
            </a:r>
            <a:r>
              <a:rPr lang="hu-HU" sz="2800" dirty="0" err="1">
                <a:latin typeface="Montserrat" panose="00000500000000000000" pitchFamily="2" charset="-18"/>
              </a:rPr>
              <a:t>Code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F121DA89-3F1B-1E0E-34E2-A332D4448155}"/>
              </a:ext>
            </a:extLst>
          </p:cNvPr>
          <p:cNvSpPr txBox="1"/>
          <p:nvPr/>
        </p:nvSpPr>
        <p:spPr>
          <a:xfrm>
            <a:off x="103248" y="5353581"/>
            <a:ext cx="6235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🤝 Csapatmunka: </a:t>
            </a:r>
            <a:r>
              <a:rPr lang="hu-HU" sz="2800" dirty="0" err="1">
                <a:latin typeface="Montserrat" panose="00000500000000000000" pitchFamily="2" charset="-18"/>
              </a:rPr>
              <a:t>Git</a:t>
            </a:r>
            <a:r>
              <a:rPr lang="hu-HU" sz="2800" dirty="0">
                <a:latin typeface="Montserrat" panose="00000500000000000000" pitchFamily="2" charset="-18"/>
              </a:rPr>
              <a:t> és GitHub</a:t>
            </a:r>
          </a:p>
        </p:txBody>
      </p:sp>
      <p:pic>
        <p:nvPicPr>
          <p:cNvPr id="1026" name="Picture 2" descr="GitHub Logo, symbol, meaning, history, PNG, brand">
            <a:extLst>
              <a:ext uri="{FF2B5EF4-FFF2-40B4-BE49-F238E27FC236}">
                <a16:creationId xmlns:a16="http://schemas.microsoft.com/office/drawing/2014/main" id="{8D5BCA25-2BB8-F169-FD9E-77C82BC7C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988" y="5102934"/>
            <a:ext cx="1621410" cy="91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isualstudio code logo - Social media &amp; Logos Icons">
            <a:extLst>
              <a:ext uri="{FF2B5EF4-FFF2-40B4-BE49-F238E27FC236}">
                <a16:creationId xmlns:a16="http://schemas.microsoft.com/office/drawing/2014/main" id="{1AB6D68D-67FC-8CFF-2F04-BE11B3251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267" y="4033320"/>
            <a:ext cx="2329208" cy="1164604"/>
          </a:xfrm>
          <a:prstGeom prst="rect">
            <a:avLst/>
          </a:prstGeom>
          <a:noFill/>
        </p:spPr>
      </p:pic>
      <p:sp>
        <p:nvSpPr>
          <p:cNvPr id="15" name="AutoShape 10" descr="Laravel new logo transparent PNG - StickPNG">
            <a:extLst>
              <a:ext uri="{FF2B5EF4-FFF2-40B4-BE49-F238E27FC236}">
                <a16:creationId xmlns:a16="http://schemas.microsoft.com/office/drawing/2014/main" id="{4BB5C468-9AA7-9A59-F3B5-450823DD72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612796"/>
            <a:ext cx="968604" cy="96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1036" name="Picture 12" descr="Laravel Logos &amp; Brand Assets | Brandfetch">
            <a:extLst>
              <a:ext uri="{FF2B5EF4-FFF2-40B4-BE49-F238E27FC236}">
                <a16:creationId xmlns:a16="http://schemas.microsoft.com/office/drawing/2014/main" id="{BE47ADB9-777C-4E25-A28E-0F41DF148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365" y="3237022"/>
            <a:ext cx="1065470" cy="1065470"/>
          </a:xfrm>
          <a:prstGeom prst="rect">
            <a:avLst/>
          </a:prstGeom>
          <a:noFill/>
          <a:effectLst>
            <a:reflection stA="21000" endPos="65000" dist="50800" dir="5400000" sy="-100000" algn="bl" rotWithShape="0"/>
          </a:effectLst>
          <a:scene3d>
            <a:camera prst="orthographicFront">
              <a:rot lat="0" lon="21599974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ML Logo PNG Transparent – Brands Logos">
            <a:extLst>
              <a:ext uri="{FF2B5EF4-FFF2-40B4-BE49-F238E27FC236}">
                <a16:creationId xmlns:a16="http://schemas.microsoft.com/office/drawing/2014/main" id="{12321901-A6BF-1CBC-624C-8A6F7B784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061" y="158832"/>
            <a:ext cx="769071" cy="108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69917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zövegdoboz 6">
            <a:extLst>
              <a:ext uri="{FF2B5EF4-FFF2-40B4-BE49-F238E27FC236}">
                <a16:creationId xmlns:a16="http://schemas.microsoft.com/office/drawing/2014/main" id="{09EAC99C-300F-EC83-221D-0C711EAD7FFF}"/>
              </a:ext>
            </a:extLst>
          </p:cNvPr>
          <p:cNvSpPr txBox="1"/>
          <p:nvPr/>
        </p:nvSpPr>
        <p:spPr>
          <a:xfrm>
            <a:off x="1972818" y="135374"/>
            <a:ext cx="92651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6000" b="1" dirty="0">
                <a:latin typeface="Montserrat" panose="00000500000000000000" pitchFamily="2" charset="-18"/>
              </a:rPr>
              <a:t>Adatbázis felépítése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752CC6D6-7131-C8E6-AD7F-ACCE2F31E53D}"/>
              </a:ext>
            </a:extLst>
          </p:cNvPr>
          <p:cNvSpPr txBox="1"/>
          <p:nvPr/>
        </p:nvSpPr>
        <p:spPr>
          <a:xfrm>
            <a:off x="345186" y="1551355"/>
            <a:ext cx="610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Adatbázis: </a:t>
            </a:r>
            <a:r>
              <a:rPr lang="hu-HU" sz="2800" b="1" dirty="0">
                <a:latin typeface="Montserrat" panose="00000500000000000000" pitchFamily="2" charset="-18"/>
              </a:rPr>
              <a:t>MySQL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93796FA-2B37-1799-5B3B-BFC30AE6CD14}"/>
              </a:ext>
            </a:extLst>
          </p:cNvPr>
          <p:cNvSpPr txBox="1"/>
          <p:nvPr/>
        </p:nvSpPr>
        <p:spPr>
          <a:xfrm>
            <a:off x="345186" y="2391368"/>
            <a:ext cx="6103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Táblák: </a:t>
            </a:r>
            <a:r>
              <a:rPr lang="hu-HU" sz="2800" dirty="0" err="1">
                <a:latin typeface="Montserrat" panose="00000500000000000000" pitchFamily="2" charset="-18"/>
              </a:rPr>
              <a:t>users</a:t>
            </a:r>
            <a:r>
              <a:rPr lang="hu-HU" sz="2800" dirty="0">
                <a:latin typeface="Montserrat" panose="00000500000000000000" pitchFamily="2" charset="-18"/>
              </a:rPr>
              <a:t>, </a:t>
            </a:r>
            <a:r>
              <a:rPr lang="hu-HU" sz="2800" dirty="0" err="1">
                <a:latin typeface="Montserrat" panose="00000500000000000000" pitchFamily="2" charset="-18"/>
              </a:rPr>
              <a:t>vehicles</a:t>
            </a:r>
            <a:r>
              <a:rPr lang="hu-HU" sz="2800" dirty="0">
                <a:latin typeface="Montserrat" panose="00000500000000000000" pitchFamily="2" charset="-18"/>
              </a:rPr>
              <a:t>, </a:t>
            </a:r>
            <a:r>
              <a:rPr lang="hu-HU" sz="2800" dirty="0" err="1">
                <a:latin typeface="Montserrat" panose="00000500000000000000" pitchFamily="2" charset="-18"/>
              </a:rPr>
              <a:t>appointments</a:t>
            </a:r>
            <a:r>
              <a:rPr lang="hu-HU" sz="2800" dirty="0">
                <a:latin typeface="Montserrat" panose="00000500000000000000" pitchFamily="2" charset="-18"/>
              </a:rPr>
              <a:t>, </a:t>
            </a:r>
            <a:r>
              <a:rPr lang="hu-HU" sz="2800" dirty="0" err="1">
                <a:latin typeface="Montserrat" panose="00000500000000000000" pitchFamily="2" charset="-18"/>
              </a:rPr>
              <a:t>services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879756E7-87E2-36F2-C861-F36A515AB94B}"/>
              </a:ext>
            </a:extLst>
          </p:cNvPr>
          <p:cNvSpPr txBox="1"/>
          <p:nvPr/>
        </p:nvSpPr>
        <p:spPr>
          <a:xfrm>
            <a:off x="171450" y="5119429"/>
            <a:ext cx="75632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800" dirty="0">
                <a:latin typeface="Montserrat" panose="00000500000000000000" pitchFamily="2" charset="-18"/>
              </a:rPr>
              <a:t>Kapcsolatok:</a:t>
            </a:r>
          </a:p>
          <a:p>
            <a:r>
              <a:rPr lang="hu-HU" sz="2800" dirty="0">
                <a:latin typeface="Montserrat" panose="00000500000000000000" pitchFamily="2" charset="-18"/>
              </a:rPr>
              <a:t> Egy felhasználó több autót kezelhet </a:t>
            </a:r>
          </a:p>
          <a:p>
            <a:r>
              <a:rPr lang="hu-HU" sz="2800" dirty="0">
                <a:latin typeface="Montserrat" panose="00000500000000000000" pitchFamily="2" charset="-18"/>
              </a:rPr>
              <a:t> Egy autóhoz több időpont tartozhat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6D0B9276-D7C0-334A-29CE-8CA2CFD14DD8}"/>
              </a:ext>
            </a:extLst>
          </p:cNvPr>
          <p:cNvSpPr txBox="1"/>
          <p:nvPr/>
        </p:nvSpPr>
        <p:spPr>
          <a:xfrm>
            <a:off x="345186" y="3429000"/>
            <a:ext cx="52463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/>
              <a:t>Az adatok kezelése és tárolása a backend rendszerben történik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pic>
        <p:nvPicPr>
          <p:cNvPr id="19" name="Kép 18">
            <a:extLst>
              <a:ext uri="{FF2B5EF4-FFF2-40B4-BE49-F238E27FC236}">
                <a16:creationId xmlns:a16="http://schemas.microsoft.com/office/drawing/2014/main" id="{846C9FAE-E6D0-0A27-8DA1-A85796C90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595" y="1738571"/>
            <a:ext cx="7401955" cy="37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49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4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F494E-A52F-2C56-B97E-2F6146DA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AFDB2895-8992-8A88-4C05-1C7AC95643E4}"/>
              </a:ext>
            </a:extLst>
          </p:cNvPr>
          <p:cNvSpPr txBox="1"/>
          <p:nvPr/>
        </p:nvSpPr>
        <p:spPr>
          <a:xfrm>
            <a:off x="415658" y="97606"/>
            <a:ext cx="56715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6600" b="1" dirty="0">
                <a:effectLst>
                  <a:outerShdw blurRad="50800" dist="38100" dir="1200000" algn="l" rotWithShape="0">
                    <a:prstClr val="black">
                      <a:alpha val="52000"/>
                    </a:prstClr>
                  </a:outerShdw>
                </a:effectLst>
                <a:latin typeface="Montserrat" panose="00000500000000000000" pitchFamily="2" charset="-18"/>
              </a:rPr>
              <a:t>Fő funkciók:</a:t>
            </a:r>
          </a:p>
        </p:txBody>
      </p: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2FC2C832-912C-0D70-80A1-9458FEC907FD}"/>
              </a:ext>
            </a:extLst>
          </p:cNvPr>
          <p:cNvGrpSpPr/>
          <p:nvPr/>
        </p:nvGrpSpPr>
        <p:grpSpPr>
          <a:xfrm>
            <a:off x="172007" y="1192808"/>
            <a:ext cx="5392254" cy="2881204"/>
            <a:chOff x="149010" y="1286460"/>
            <a:chExt cx="5392254" cy="2881204"/>
          </a:xfrm>
        </p:grpSpPr>
        <p:sp>
          <p:nvSpPr>
            <p:cNvPr id="33" name="Téglalap 32">
              <a:extLst>
                <a:ext uri="{FF2B5EF4-FFF2-40B4-BE49-F238E27FC236}">
                  <a16:creationId xmlns:a16="http://schemas.microsoft.com/office/drawing/2014/main" id="{7716A01F-898F-B2E5-B82D-7AFE01011FE9}"/>
                </a:ext>
              </a:extLst>
            </p:cNvPr>
            <p:cNvSpPr/>
            <p:nvPr/>
          </p:nvSpPr>
          <p:spPr>
            <a:xfrm>
              <a:off x="149010" y="1286460"/>
              <a:ext cx="5392253" cy="28812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>
              <a:outerShdw blurRad="431800" dist="25400" dir="18300000" algn="bl" rotWithShape="0">
                <a:prstClr val="black">
                  <a:alpha val="36000"/>
                </a:prstClr>
              </a:outerShdw>
              <a:softEdge rad="1016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2CC78F30-A482-F52F-3CD3-9E2B1C6FADF0}"/>
                </a:ext>
              </a:extLst>
            </p:cNvPr>
            <p:cNvSpPr txBox="1"/>
            <p:nvPr/>
          </p:nvSpPr>
          <p:spPr>
            <a:xfrm>
              <a:off x="238568" y="1476826"/>
              <a:ext cx="36829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dirty="0"/>
                <a:t>⚙️ </a:t>
              </a:r>
              <a:r>
                <a:rPr lang="hu-HU" sz="2800" b="1" dirty="0"/>
                <a:t>Alap </a:t>
              </a:r>
              <a:r>
                <a:rPr lang="hu-HU" sz="2800" b="1" dirty="0">
                  <a:latin typeface="Montserrat" panose="00000500000000000000" pitchFamily="2" charset="-18"/>
                </a:rPr>
                <a:t>funkciók</a:t>
              </a:r>
              <a:r>
                <a:rPr lang="hu-HU" sz="2800" b="1" dirty="0"/>
                <a:t>:</a:t>
              </a:r>
              <a:endParaRPr lang="hu-HU" sz="2800" dirty="0"/>
            </a:p>
          </p:txBody>
        </p:sp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30D6C346-5505-A5BC-FD42-A676A5050F24}"/>
                </a:ext>
              </a:extLst>
            </p:cNvPr>
            <p:cNvSpPr txBox="1"/>
            <p:nvPr/>
          </p:nvSpPr>
          <p:spPr>
            <a:xfrm>
              <a:off x="518474" y="2211160"/>
              <a:ext cx="37612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latin typeface="Montserrat" panose="00000500000000000000" pitchFamily="2" charset="-18"/>
                </a:rPr>
                <a:t>- Fejléc és navigáció</a:t>
              </a:r>
            </a:p>
          </p:txBody>
        </p:sp>
        <p:sp>
          <p:nvSpPr>
            <p:cNvPr id="7" name="Szövegdoboz 6">
              <a:extLst>
                <a:ext uri="{FF2B5EF4-FFF2-40B4-BE49-F238E27FC236}">
                  <a16:creationId xmlns:a16="http://schemas.microsoft.com/office/drawing/2014/main" id="{EBABCAEE-775C-ED31-F985-0326E5612E89}"/>
                </a:ext>
              </a:extLst>
            </p:cNvPr>
            <p:cNvSpPr txBox="1"/>
            <p:nvPr/>
          </p:nvSpPr>
          <p:spPr>
            <a:xfrm>
              <a:off x="518474" y="2951946"/>
              <a:ext cx="502279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latin typeface="Montserrat" panose="00000500000000000000" pitchFamily="2" charset="-18"/>
                </a:rPr>
                <a:t>- Keresés és </a:t>
              </a:r>
              <a:r>
                <a:rPr lang="hu-HU" sz="2800" dirty="0" err="1">
                  <a:latin typeface="Montserrat" panose="00000500000000000000" pitchFamily="2" charset="-18"/>
                </a:rPr>
                <a:t>Admin</a:t>
              </a:r>
              <a:r>
                <a:rPr lang="hu-HU" sz="2800" dirty="0">
                  <a:latin typeface="Montserrat" panose="00000500000000000000" pitchFamily="2" charset="-18"/>
                </a:rPr>
                <a:t> felület</a:t>
              </a:r>
            </a:p>
            <a:p>
              <a:endParaRPr lang="hu-HU" sz="2800" dirty="0">
                <a:latin typeface="Montserrat" panose="00000500000000000000" pitchFamily="2" charset="-18"/>
              </a:endParaRP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52B2A9B4-805E-20B7-E1F2-4C624B5AFE5C}"/>
              </a:ext>
            </a:extLst>
          </p:cNvPr>
          <p:cNvGrpSpPr/>
          <p:nvPr/>
        </p:nvGrpSpPr>
        <p:grpSpPr>
          <a:xfrm>
            <a:off x="6197656" y="914359"/>
            <a:ext cx="6705417" cy="2946447"/>
            <a:chOff x="5635839" y="1341089"/>
            <a:chExt cx="6705417" cy="2946447"/>
          </a:xfrm>
        </p:grpSpPr>
        <p:sp>
          <p:nvSpPr>
            <p:cNvPr id="32" name="Téglalap 31">
              <a:extLst>
                <a:ext uri="{FF2B5EF4-FFF2-40B4-BE49-F238E27FC236}">
                  <a16:creationId xmlns:a16="http://schemas.microsoft.com/office/drawing/2014/main" id="{47497F6F-D83A-680F-E0A1-7D4690F71F15}"/>
                </a:ext>
              </a:extLst>
            </p:cNvPr>
            <p:cNvSpPr/>
            <p:nvPr/>
          </p:nvSpPr>
          <p:spPr>
            <a:xfrm>
              <a:off x="5635839" y="1341089"/>
              <a:ext cx="4935474" cy="294644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>
              <a:outerShdw blurRad="431800" dist="25400" dir="18300000" algn="bl" rotWithShape="0">
                <a:prstClr val="black">
                  <a:alpha val="36000"/>
                </a:prstClr>
              </a:outerShdw>
              <a:softEdge rad="1016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8AC8F656-8906-693D-16DB-F9288C11648A}"/>
                </a:ext>
              </a:extLst>
            </p:cNvPr>
            <p:cNvSpPr txBox="1"/>
            <p:nvPr/>
          </p:nvSpPr>
          <p:spPr>
            <a:xfrm>
              <a:off x="5740923" y="1476826"/>
              <a:ext cx="43834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b="1" dirty="0">
                  <a:latin typeface="Montserrat" panose="00000500000000000000" pitchFamily="2" charset="-18"/>
                </a:rPr>
                <a:t>📦 Termékkezelés:</a:t>
              </a:r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7FDDF703-B416-D09B-181D-27CBE008FA7F}"/>
                </a:ext>
              </a:extLst>
            </p:cNvPr>
            <p:cNvSpPr txBox="1"/>
            <p:nvPr/>
          </p:nvSpPr>
          <p:spPr>
            <a:xfrm>
              <a:off x="6096000" y="2211160"/>
              <a:ext cx="328995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dirty="0">
                  <a:latin typeface="Montserrat" panose="00000500000000000000" pitchFamily="2" charset="-18"/>
                  <a:cs typeface="Mongolian Baiti" panose="03000500000000000000" pitchFamily="66" charset="0"/>
                </a:rPr>
                <a:t>- Kategóriák</a:t>
              </a:r>
            </a:p>
          </p:txBody>
        </p:sp>
        <p:sp>
          <p:nvSpPr>
            <p:cNvPr id="17" name="Szövegdoboz 16">
              <a:extLst>
                <a:ext uri="{FF2B5EF4-FFF2-40B4-BE49-F238E27FC236}">
                  <a16:creationId xmlns:a16="http://schemas.microsoft.com/office/drawing/2014/main" id="{71AA496A-6F83-DC0B-8775-894F93DB9E4E}"/>
                </a:ext>
              </a:extLst>
            </p:cNvPr>
            <p:cNvSpPr txBox="1"/>
            <p:nvPr/>
          </p:nvSpPr>
          <p:spPr>
            <a:xfrm>
              <a:off x="5989164" y="2945494"/>
              <a:ext cx="62028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dirty="0">
                  <a:latin typeface="Montserrat" panose="00000500000000000000" pitchFamily="2" charset="-18"/>
                </a:rPr>
                <a:t>- Terméklista és adatlap</a:t>
              </a:r>
            </a:p>
          </p:txBody>
        </p:sp>
        <p:sp>
          <p:nvSpPr>
            <p:cNvPr id="19" name="Szövegdoboz 18">
              <a:extLst>
                <a:ext uri="{FF2B5EF4-FFF2-40B4-BE49-F238E27FC236}">
                  <a16:creationId xmlns:a16="http://schemas.microsoft.com/office/drawing/2014/main" id="{60C25F9F-D832-54E8-02C7-06FE40DC6658}"/>
                </a:ext>
              </a:extLst>
            </p:cNvPr>
            <p:cNvSpPr txBox="1"/>
            <p:nvPr/>
          </p:nvSpPr>
          <p:spPr>
            <a:xfrm>
              <a:off x="6096000" y="3644443"/>
              <a:ext cx="624525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dirty="0">
                  <a:latin typeface="Montserrat" panose="00000500000000000000" pitchFamily="2" charset="-18"/>
                </a:rPr>
                <a:t>- Dinamikus tartalom </a:t>
              </a:r>
            </a:p>
          </p:txBody>
        </p:sp>
      </p:grpSp>
      <p:grpSp>
        <p:nvGrpSpPr>
          <p:cNvPr id="37" name="Csoportba foglalás 36">
            <a:extLst>
              <a:ext uri="{FF2B5EF4-FFF2-40B4-BE49-F238E27FC236}">
                <a16:creationId xmlns:a16="http://schemas.microsoft.com/office/drawing/2014/main" id="{6E504067-F483-7916-4290-C6F306531838}"/>
              </a:ext>
            </a:extLst>
          </p:cNvPr>
          <p:cNvGrpSpPr/>
          <p:nvPr/>
        </p:nvGrpSpPr>
        <p:grpSpPr>
          <a:xfrm>
            <a:off x="1251467" y="4116238"/>
            <a:ext cx="9485567" cy="2584046"/>
            <a:chOff x="1251467" y="4116238"/>
            <a:chExt cx="9485567" cy="2584046"/>
          </a:xfrm>
        </p:grpSpPr>
        <p:sp>
          <p:nvSpPr>
            <p:cNvPr id="34" name="Téglalap 33">
              <a:extLst>
                <a:ext uri="{FF2B5EF4-FFF2-40B4-BE49-F238E27FC236}">
                  <a16:creationId xmlns:a16="http://schemas.microsoft.com/office/drawing/2014/main" id="{F42EEB06-BDCB-B895-7AAD-BD0F3BC42DCF}"/>
                </a:ext>
              </a:extLst>
            </p:cNvPr>
            <p:cNvSpPr/>
            <p:nvPr/>
          </p:nvSpPr>
          <p:spPr>
            <a:xfrm>
              <a:off x="1251467" y="4116238"/>
              <a:ext cx="9080309" cy="2584046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ffectLst>
              <a:outerShdw blurRad="431800" dist="25400" dir="18300000" algn="bl" rotWithShape="0">
                <a:prstClr val="black">
                  <a:alpha val="36000"/>
                </a:prstClr>
              </a:outerShdw>
              <a:softEdge rad="1016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3" name="Szövegdoboz 22">
              <a:extLst>
                <a:ext uri="{FF2B5EF4-FFF2-40B4-BE49-F238E27FC236}">
                  <a16:creationId xmlns:a16="http://schemas.microsoft.com/office/drawing/2014/main" id="{A7C43840-C8EF-0D67-3A3C-BE5B6CE1DBBA}"/>
                </a:ext>
              </a:extLst>
            </p:cNvPr>
            <p:cNvSpPr txBox="1"/>
            <p:nvPr/>
          </p:nvSpPr>
          <p:spPr>
            <a:xfrm>
              <a:off x="1476867" y="4252115"/>
              <a:ext cx="62641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b="1" dirty="0">
                  <a:latin typeface="Montserrat" panose="00000500000000000000" pitchFamily="2" charset="-18"/>
                </a:rPr>
                <a:t>🖥️ Felhasználói élmény:</a:t>
              </a:r>
            </a:p>
          </p:txBody>
        </p: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86812837-2445-DFFC-F530-CB2E8FE6EE60}"/>
                </a:ext>
              </a:extLst>
            </p:cNvPr>
            <p:cNvSpPr txBox="1"/>
            <p:nvPr/>
          </p:nvSpPr>
          <p:spPr>
            <a:xfrm>
              <a:off x="3554730" y="4766260"/>
              <a:ext cx="626821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dirty="0">
                  <a:latin typeface="Montserrat" panose="00000500000000000000" pitchFamily="2" charset="-18"/>
                </a:rPr>
                <a:t>- Reszponzív design</a:t>
              </a:r>
            </a:p>
          </p:txBody>
        </p:sp>
        <p:sp>
          <p:nvSpPr>
            <p:cNvPr id="29" name="Szövegdoboz 28">
              <a:extLst>
                <a:ext uri="{FF2B5EF4-FFF2-40B4-BE49-F238E27FC236}">
                  <a16:creationId xmlns:a16="http://schemas.microsoft.com/office/drawing/2014/main" id="{9858578A-8FDE-758B-EC75-3F9E77CABA65}"/>
                </a:ext>
              </a:extLst>
            </p:cNvPr>
            <p:cNvSpPr txBox="1"/>
            <p:nvPr/>
          </p:nvSpPr>
          <p:spPr>
            <a:xfrm>
              <a:off x="3554730" y="5364857"/>
              <a:ext cx="71823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dirty="0">
                  <a:latin typeface="Montserrat" panose="00000500000000000000" pitchFamily="2" charset="-18"/>
                </a:rPr>
                <a:t>- Interaktív megjelenítés (</a:t>
              </a:r>
              <a:r>
                <a:rPr lang="hu-HU" sz="2800" dirty="0" err="1">
                  <a:latin typeface="Montserrat" panose="00000500000000000000" pitchFamily="2" charset="-18"/>
                </a:rPr>
                <a:t>SlideShow</a:t>
              </a:r>
              <a:r>
                <a:rPr lang="hu-HU" sz="2800" dirty="0">
                  <a:latin typeface="Montserrat" panose="00000500000000000000" pitchFamily="2" charset="-18"/>
                </a:rPr>
                <a:t>)</a:t>
              </a:r>
            </a:p>
          </p:txBody>
        </p:sp>
        <p:sp>
          <p:nvSpPr>
            <p:cNvPr id="31" name="Szövegdoboz 30">
              <a:extLst>
                <a:ext uri="{FF2B5EF4-FFF2-40B4-BE49-F238E27FC236}">
                  <a16:creationId xmlns:a16="http://schemas.microsoft.com/office/drawing/2014/main" id="{E4BC7AF2-0112-B1FD-4B58-7B6F83B09630}"/>
                </a:ext>
              </a:extLst>
            </p:cNvPr>
            <p:cNvSpPr txBox="1"/>
            <p:nvPr/>
          </p:nvSpPr>
          <p:spPr>
            <a:xfrm>
              <a:off x="3554730" y="5963454"/>
              <a:ext cx="626821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2800" dirty="0">
                  <a:latin typeface="Montserrat" panose="00000500000000000000" pitchFamily="2" charset="-18"/>
                </a:rPr>
                <a:t>- Egyszerű használat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491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2000">
              <a:schemeClr val="bg2">
                <a:tint val="97000"/>
                <a:hueMod val="92000"/>
                <a:satMod val="169000"/>
                <a:lumMod val="164000"/>
              </a:schemeClr>
            </a:gs>
            <a:gs pos="84000">
              <a:schemeClr val="bg2">
                <a:shade val="96000"/>
                <a:satMod val="120000"/>
                <a:lumMod val="98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C4ADB-A201-0D14-3F59-77F6CFDB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2C2CB71C-E311-6FC2-0A44-C921AF6785A8}"/>
              </a:ext>
            </a:extLst>
          </p:cNvPr>
          <p:cNvSpPr txBox="1"/>
          <p:nvPr/>
        </p:nvSpPr>
        <p:spPr>
          <a:xfrm>
            <a:off x="262729" y="243016"/>
            <a:ext cx="61036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dirty="0">
                <a:latin typeface="Montserrat" panose="00000500000000000000" pitchFamily="2" charset="-18"/>
              </a:rPr>
              <a:t>Extra funkciók: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87ED633-5BC6-3AC7-B5AB-2678BC0BF79D}"/>
              </a:ext>
            </a:extLst>
          </p:cNvPr>
          <p:cNvSpPr txBox="1"/>
          <p:nvPr/>
        </p:nvSpPr>
        <p:spPr>
          <a:xfrm>
            <a:off x="653717" y="1664838"/>
            <a:ext cx="6120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b="1" dirty="0">
                <a:latin typeface="Montserrat" panose="00000500000000000000" pitchFamily="2" charset="-18"/>
              </a:rPr>
              <a:t>🎯 Kiemelt elemek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1FFC948-00CF-4B8F-9EDA-6B70449B5E88}"/>
              </a:ext>
            </a:extLst>
          </p:cNvPr>
          <p:cNvSpPr txBox="1"/>
          <p:nvPr/>
        </p:nvSpPr>
        <p:spPr>
          <a:xfrm>
            <a:off x="661015" y="2505746"/>
            <a:ext cx="6120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🔍 </a:t>
            </a:r>
            <a:r>
              <a:rPr lang="hu-HU" sz="2800" b="1" dirty="0">
                <a:latin typeface="Montserrat" panose="00000500000000000000" pitchFamily="2" charset="-18"/>
              </a:rPr>
              <a:t>Gyors keresés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DC7D76BE-E21F-09CD-E3F2-FCF90A520E6C}"/>
              </a:ext>
            </a:extLst>
          </p:cNvPr>
          <p:cNvSpPr txBox="1"/>
          <p:nvPr/>
        </p:nvSpPr>
        <p:spPr>
          <a:xfrm>
            <a:off x="661015" y="3406837"/>
            <a:ext cx="6112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📅 </a:t>
            </a:r>
            <a:r>
              <a:rPr lang="hu-HU" sz="2800" b="1" dirty="0">
                <a:latin typeface="Montserrat" panose="00000500000000000000" pitchFamily="2" charset="-18"/>
              </a:rPr>
              <a:t>Időpontfoglalás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232FDF8-DB1A-471D-2990-C64C1CAF8883}"/>
              </a:ext>
            </a:extLst>
          </p:cNvPr>
          <p:cNvSpPr txBox="1"/>
          <p:nvPr/>
        </p:nvSpPr>
        <p:spPr>
          <a:xfrm>
            <a:off x="661015" y="4355965"/>
            <a:ext cx="6112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🛠️ </a:t>
            </a:r>
            <a:r>
              <a:rPr lang="hu-HU" sz="2800" b="1" dirty="0">
                <a:latin typeface="Montserrat" panose="00000500000000000000" pitchFamily="2" charset="-18"/>
              </a:rPr>
              <a:t>Hibakezelés és követés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7E746486-F55F-AFD4-07F6-7C440F9DA4C6}"/>
              </a:ext>
            </a:extLst>
          </p:cNvPr>
          <p:cNvSpPr txBox="1"/>
          <p:nvPr/>
        </p:nvSpPr>
        <p:spPr>
          <a:xfrm>
            <a:off x="661015" y="5257056"/>
            <a:ext cx="6112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📧 </a:t>
            </a:r>
            <a:r>
              <a:rPr lang="hu-HU" sz="2800" b="1" dirty="0">
                <a:latin typeface="Montserrat" panose="00000500000000000000" pitchFamily="2" charset="-18"/>
              </a:rPr>
              <a:t>Automatikus értesítések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FBDF2DB-9AFB-C840-5F95-BF87B443A84C}"/>
              </a:ext>
            </a:extLst>
          </p:cNvPr>
          <p:cNvSpPr txBox="1"/>
          <p:nvPr/>
        </p:nvSpPr>
        <p:spPr>
          <a:xfrm>
            <a:off x="6366349" y="2474968"/>
            <a:ext cx="55005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200" dirty="0">
                <a:latin typeface="Montserrat" panose="00000500000000000000" pitchFamily="2" charset="-18"/>
              </a:rPr>
              <a:t>🔍 </a:t>
            </a:r>
            <a:r>
              <a:rPr lang="hu-HU" sz="3200" dirty="0" err="1">
                <a:latin typeface="Montserrat" panose="00000500000000000000" pitchFamily="2" charset="-18"/>
              </a:rPr>
              <a:t>Search</a:t>
            </a:r>
            <a:r>
              <a:rPr lang="hu-HU" sz="3200" dirty="0">
                <a:latin typeface="Montserrat" panose="00000500000000000000" pitchFamily="2" charset="-18"/>
              </a:rPr>
              <a:t> → 📅 </a:t>
            </a:r>
            <a:r>
              <a:rPr lang="hu-HU" sz="3200" dirty="0" err="1">
                <a:latin typeface="Montserrat" panose="00000500000000000000" pitchFamily="2" charset="-18"/>
              </a:rPr>
              <a:t>Book</a:t>
            </a:r>
            <a:r>
              <a:rPr lang="hu-HU" sz="3200" dirty="0">
                <a:latin typeface="Montserrat" panose="00000500000000000000" pitchFamily="2" charset="-18"/>
              </a:rPr>
              <a:t> →</a:t>
            </a:r>
          </a:p>
          <a:p>
            <a:r>
              <a:rPr lang="hu-HU" sz="3200" dirty="0">
                <a:latin typeface="Montserrat" panose="00000500000000000000" pitchFamily="2" charset="-18"/>
              </a:rPr>
              <a:t> 🛠️ </a:t>
            </a:r>
            <a:r>
              <a:rPr lang="hu-HU" sz="3200" dirty="0" err="1">
                <a:latin typeface="Montserrat" panose="00000500000000000000" pitchFamily="2" charset="-18"/>
              </a:rPr>
              <a:t>Track</a:t>
            </a:r>
            <a:r>
              <a:rPr lang="hu-HU" sz="3200" dirty="0">
                <a:latin typeface="Montserrat" panose="00000500000000000000" pitchFamily="2" charset="-18"/>
              </a:rPr>
              <a:t> → 🔔 </a:t>
            </a:r>
            <a:r>
              <a:rPr lang="hu-HU" sz="3200" dirty="0" err="1">
                <a:latin typeface="Montserrat" panose="00000500000000000000" pitchFamily="2" charset="-18"/>
              </a:rPr>
              <a:t>Notify</a:t>
            </a:r>
            <a:endParaRPr lang="hu-HU" sz="3200" dirty="0"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44075332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chemeClr val="bg2">
                <a:tint val="97000"/>
                <a:hueMod val="92000"/>
                <a:satMod val="169000"/>
                <a:lumMod val="164000"/>
              </a:schemeClr>
            </a:gs>
            <a:gs pos="95000">
              <a:srgbClr val="00B0F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9BC8A-04FF-106B-7504-51604356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34068C47-6A2B-993B-BE8B-CCBE3F1C4B5D}"/>
              </a:ext>
            </a:extLst>
          </p:cNvPr>
          <p:cNvSpPr txBox="1"/>
          <p:nvPr/>
        </p:nvSpPr>
        <p:spPr>
          <a:xfrm>
            <a:off x="4523994" y="418838"/>
            <a:ext cx="7509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dirty="0">
                <a:latin typeface="Montserrat" panose="00000500000000000000" pitchFamily="2" charset="-18"/>
              </a:rPr>
              <a:t>A rendszer működése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B89D55E-65EC-CA26-4754-12F59805D95B}"/>
              </a:ext>
            </a:extLst>
          </p:cNvPr>
          <p:cNvSpPr txBox="1"/>
          <p:nvPr/>
        </p:nvSpPr>
        <p:spPr>
          <a:xfrm>
            <a:off x="0" y="1587931"/>
            <a:ext cx="69791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800" dirty="0">
                <a:latin typeface="Montserrat" panose="00000500000000000000" pitchFamily="2" charset="-18"/>
              </a:rPr>
              <a:t>👤 </a:t>
            </a:r>
            <a:r>
              <a:rPr lang="hu-HU" sz="2800" b="1" dirty="0">
                <a:latin typeface="Montserrat" panose="00000500000000000000" pitchFamily="2" charset="-18"/>
              </a:rPr>
              <a:t>1. Felhasználó belép az oldalra</a:t>
            </a:r>
            <a:endParaRPr lang="hu-HU" sz="2800" dirty="0">
              <a:latin typeface="Montserrat" panose="00000500000000000000" pitchFamily="2" charset="-18"/>
            </a:endParaRPr>
          </a:p>
          <a:p>
            <a:r>
              <a:rPr lang="hu-HU" sz="2800" dirty="0">
                <a:latin typeface="Montserrat" panose="00000500000000000000" pitchFamily="2" charset="-18"/>
              </a:rPr>
              <a:t>	-Navigáció és keresés használata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6F73CA3-BE37-E7DC-E457-E07F85C27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26" y="3547416"/>
            <a:ext cx="5837574" cy="289174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  <a:softEdge rad="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19759B1-FF54-AFB2-FD7C-F84765322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308" y="2702293"/>
            <a:ext cx="5439266" cy="268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3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chemeClr val="bg2">
                <a:tint val="97000"/>
                <a:hueMod val="92000"/>
                <a:satMod val="169000"/>
                <a:lumMod val="164000"/>
              </a:schemeClr>
            </a:gs>
            <a:gs pos="95000">
              <a:srgbClr val="00B0F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D233C-35DD-74A4-4C06-CA7FD908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7BEB7870-50EB-E115-EFE6-A3DFA29565C2}"/>
              </a:ext>
            </a:extLst>
          </p:cNvPr>
          <p:cNvSpPr txBox="1"/>
          <p:nvPr/>
        </p:nvSpPr>
        <p:spPr>
          <a:xfrm>
            <a:off x="2341245" y="382262"/>
            <a:ext cx="7509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dirty="0">
                <a:latin typeface="Montserrat" panose="00000500000000000000" pitchFamily="2" charset="-18"/>
              </a:rPr>
              <a:t>A rendszer működése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842DF75-8AE4-BF0C-CA21-032ABD5B1B0B}"/>
              </a:ext>
            </a:extLst>
          </p:cNvPr>
          <p:cNvSpPr txBox="1"/>
          <p:nvPr/>
        </p:nvSpPr>
        <p:spPr>
          <a:xfrm>
            <a:off x="3465576" y="1386763"/>
            <a:ext cx="69791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800" dirty="0"/>
              <a:t>🚗 </a:t>
            </a:r>
            <a:r>
              <a:rPr lang="hu-HU" sz="2800" b="1" dirty="0"/>
              <a:t>2. Jármű kiválasztása</a:t>
            </a:r>
          </a:p>
          <a:p>
            <a:pPr>
              <a:buNone/>
            </a:pPr>
            <a:r>
              <a:rPr lang="hu-HU" sz="2800" b="1" dirty="0">
                <a:latin typeface="Montserrat" panose="00000500000000000000" pitchFamily="2" charset="-18"/>
              </a:rPr>
              <a:t>	-</a:t>
            </a:r>
            <a:r>
              <a:rPr lang="hu-HU" sz="2800" dirty="0"/>
              <a:t>Lista vagy kategória alapján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F668E64-D106-FCCC-2BC0-D85A4A599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" y="2473739"/>
            <a:ext cx="6095999" cy="299749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4CEB002-1ECE-CCFF-E676-239D0984A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473" y="3195998"/>
            <a:ext cx="5217328" cy="287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98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chemeClr val="bg2">
                <a:tint val="97000"/>
                <a:hueMod val="92000"/>
                <a:satMod val="169000"/>
                <a:lumMod val="164000"/>
              </a:schemeClr>
            </a:gs>
            <a:gs pos="95000">
              <a:srgbClr val="00B0F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12512-662B-58D4-C856-E0E952EFD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1C3BC460-61CC-C7C0-2B0E-B0F1FA3E041E}"/>
              </a:ext>
            </a:extLst>
          </p:cNvPr>
          <p:cNvSpPr txBox="1"/>
          <p:nvPr/>
        </p:nvSpPr>
        <p:spPr>
          <a:xfrm>
            <a:off x="2341245" y="437126"/>
            <a:ext cx="7509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dirty="0">
                <a:latin typeface="Montserrat" panose="00000500000000000000" pitchFamily="2" charset="-18"/>
              </a:rPr>
              <a:t>A rendszer működése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A1257C7-0DE9-B42E-CBD5-AD525CE8A425}"/>
              </a:ext>
            </a:extLst>
          </p:cNvPr>
          <p:cNvSpPr txBox="1"/>
          <p:nvPr/>
        </p:nvSpPr>
        <p:spPr>
          <a:xfrm>
            <a:off x="3849624" y="1450771"/>
            <a:ext cx="69791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800" dirty="0"/>
              <a:t>📅 </a:t>
            </a:r>
            <a:r>
              <a:rPr lang="hu-HU" sz="2800" b="1" dirty="0"/>
              <a:t>3. Időpontfoglalás</a:t>
            </a:r>
          </a:p>
          <a:p>
            <a:pPr>
              <a:buNone/>
            </a:pPr>
            <a:r>
              <a:rPr lang="hu-HU" sz="2800" b="1" dirty="0">
                <a:latin typeface="Montserrat" panose="00000500000000000000" pitchFamily="2" charset="-18"/>
              </a:rPr>
              <a:t>	- </a:t>
            </a:r>
            <a:r>
              <a:rPr lang="hu-HU" sz="2800" dirty="0"/>
              <a:t>Szerviz időpont kiválasztása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E07CCCB-183B-4BEB-3EA7-9B72D7DA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350" y="2628415"/>
            <a:ext cx="7520373" cy="364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06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chemeClr val="bg2">
                <a:tint val="97000"/>
                <a:hueMod val="92000"/>
                <a:satMod val="169000"/>
                <a:lumMod val="164000"/>
              </a:schemeClr>
            </a:gs>
            <a:gs pos="95000">
              <a:srgbClr val="00B0F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18F92-46AA-58F7-B863-752F2F4E8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6C399E3C-BA31-3E1D-610C-6F37DC15A2A5}"/>
              </a:ext>
            </a:extLst>
          </p:cNvPr>
          <p:cNvSpPr txBox="1"/>
          <p:nvPr/>
        </p:nvSpPr>
        <p:spPr>
          <a:xfrm>
            <a:off x="439293" y="455414"/>
            <a:ext cx="7509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dirty="0">
                <a:latin typeface="Montserrat" panose="00000500000000000000" pitchFamily="2" charset="-18"/>
              </a:rPr>
              <a:t>A rendszer működése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1CA9F36-3826-65C3-8AA3-B9AD8ACE0BA4}"/>
              </a:ext>
            </a:extLst>
          </p:cNvPr>
          <p:cNvSpPr txBox="1"/>
          <p:nvPr/>
        </p:nvSpPr>
        <p:spPr>
          <a:xfrm>
            <a:off x="5730205" y="1723582"/>
            <a:ext cx="60225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800" dirty="0"/>
              <a:t>🛠️ </a:t>
            </a:r>
            <a:r>
              <a:rPr lang="hu-HU" sz="2800" b="1" dirty="0"/>
              <a:t>4. Hibák megtekintése / rögzítés</a:t>
            </a:r>
          </a:p>
          <a:p>
            <a:pPr>
              <a:buNone/>
            </a:pPr>
            <a:r>
              <a:rPr lang="hu-HU" sz="2800" b="1" dirty="0">
                <a:latin typeface="Montserrat" panose="00000500000000000000" pitchFamily="2" charset="-18"/>
              </a:rPr>
              <a:t>	- </a:t>
            </a:r>
            <a:r>
              <a:rPr lang="hu-HU" sz="2800" dirty="0"/>
              <a:t>Járműhöz kapcsolt adatok kezelése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83B0F446-88E7-9C30-0A36-BAA72B67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88" y="2117280"/>
            <a:ext cx="4702205" cy="414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2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chemeClr val="bg2">
                <a:tint val="97000"/>
                <a:hueMod val="92000"/>
                <a:satMod val="169000"/>
                <a:lumMod val="164000"/>
              </a:schemeClr>
            </a:gs>
            <a:gs pos="95000">
              <a:srgbClr val="00B0F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79443-15FD-D81F-53AA-ABAC23B44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62E28976-8FA5-F3B6-7915-F8D39A8382CB}"/>
              </a:ext>
            </a:extLst>
          </p:cNvPr>
          <p:cNvSpPr txBox="1"/>
          <p:nvPr/>
        </p:nvSpPr>
        <p:spPr>
          <a:xfrm>
            <a:off x="4544949" y="400550"/>
            <a:ext cx="75095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800" b="1" dirty="0">
                <a:latin typeface="Montserrat" panose="00000500000000000000" pitchFamily="2" charset="-18"/>
              </a:rPr>
              <a:t>A rendszer működése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E93110E-6F46-FC8E-FDF9-4DEAB6C14A17}"/>
              </a:ext>
            </a:extLst>
          </p:cNvPr>
          <p:cNvSpPr txBox="1"/>
          <p:nvPr/>
        </p:nvSpPr>
        <p:spPr>
          <a:xfrm>
            <a:off x="5760720" y="1423339"/>
            <a:ext cx="69791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sz="2800" dirty="0"/>
              <a:t>📧 </a:t>
            </a:r>
            <a:r>
              <a:rPr lang="hu-HU" sz="2800" b="1" dirty="0"/>
              <a:t>5. Visszaigazolás</a:t>
            </a:r>
          </a:p>
          <a:p>
            <a:pPr>
              <a:buNone/>
            </a:pPr>
            <a:r>
              <a:rPr lang="hu-HU" sz="2800" b="1" dirty="0">
                <a:latin typeface="Montserrat" panose="00000500000000000000" pitchFamily="2" charset="-18"/>
              </a:rPr>
              <a:t>	- </a:t>
            </a:r>
            <a:r>
              <a:rPr lang="hu-HU" sz="2800" dirty="0"/>
              <a:t>Automatikus email értesítés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C8065D0-5E62-CC05-AC5B-03F2CCCCF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03" y="2566881"/>
            <a:ext cx="8210745" cy="386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71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chemeClr val="bg2">
                <a:tint val="97000"/>
                <a:hueMod val="92000"/>
                <a:satMod val="169000"/>
                <a:alpha val="99000"/>
                <a:lumMod val="87000"/>
                <a:lumOff val="13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EE732-5E04-7D38-7772-F872281C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6793693A-8FAE-7234-B2F7-510D0AA97A5A}"/>
              </a:ext>
            </a:extLst>
          </p:cNvPr>
          <p:cNvSpPr txBox="1"/>
          <p:nvPr/>
        </p:nvSpPr>
        <p:spPr>
          <a:xfrm>
            <a:off x="1170495" y="286674"/>
            <a:ext cx="98510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6000" b="1" dirty="0">
                <a:latin typeface="Montserrat" panose="00000500000000000000" pitchFamily="2" charset="-18"/>
              </a:rPr>
              <a:t>WEBOLDAL JELLEMZŐI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4890897-5303-A080-AB5C-D310C8093596}"/>
              </a:ext>
            </a:extLst>
          </p:cNvPr>
          <p:cNvSpPr txBox="1"/>
          <p:nvPr/>
        </p:nvSpPr>
        <p:spPr>
          <a:xfrm>
            <a:off x="1170495" y="1745473"/>
            <a:ext cx="6108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📱 </a:t>
            </a:r>
            <a:r>
              <a:rPr lang="hu-HU" sz="2800" b="1" dirty="0">
                <a:latin typeface="Montserrat" panose="00000500000000000000" pitchFamily="2" charset="-18"/>
              </a:rPr>
              <a:t>Reszponzív kialakítás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BC350AF-8C22-D523-9C7E-F10C8A992086}"/>
              </a:ext>
            </a:extLst>
          </p:cNvPr>
          <p:cNvSpPr txBox="1"/>
          <p:nvPr/>
        </p:nvSpPr>
        <p:spPr>
          <a:xfrm>
            <a:off x="5401559" y="2711829"/>
            <a:ext cx="6108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💻 </a:t>
            </a:r>
            <a:r>
              <a:rPr lang="hu-HU" sz="2800" b="1" dirty="0">
                <a:latin typeface="Montserrat" panose="00000500000000000000" pitchFamily="2" charset="-18"/>
              </a:rPr>
              <a:t>Minden eszközön működik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9807A89-2169-9868-1FFF-9568C421AA3B}"/>
              </a:ext>
            </a:extLst>
          </p:cNvPr>
          <p:cNvSpPr txBox="1"/>
          <p:nvPr/>
        </p:nvSpPr>
        <p:spPr>
          <a:xfrm>
            <a:off x="1170495" y="3793445"/>
            <a:ext cx="80410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🌐 </a:t>
            </a:r>
            <a:r>
              <a:rPr lang="hu-HU" sz="2800" b="1" dirty="0">
                <a:latin typeface="Montserrat" panose="00000500000000000000" pitchFamily="2" charset="-18"/>
              </a:rPr>
              <a:t>Modern böngészőkkel kompatibilis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CC8FF80-ED35-4CC8-65B2-9A6B7D604AA7}"/>
              </a:ext>
            </a:extLst>
          </p:cNvPr>
          <p:cNvSpPr txBox="1"/>
          <p:nvPr/>
        </p:nvSpPr>
        <p:spPr>
          <a:xfrm>
            <a:off x="3157979" y="5037783"/>
            <a:ext cx="72586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⚡ </a:t>
            </a:r>
            <a:r>
              <a:rPr lang="hu-HU" sz="2800" b="1" dirty="0">
                <a:latin typeface="Montserrat" panose="00000500000000000000" pitchFamily="2" charset="-18"/>
              </a:rPr>
              <a:t>Gyors és könnyen használható</a:t>
            </a:r>
            <a:endParaRPr lang="hu-HU" sz="2800" dirty="0"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68238538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bg2">
                <a:tint val="97000"/>
                <a:hueMod val="92000"/>
                <a:satMod val="169000"/>
                <a:alpha val="99000"/>
                <a:lumMod val="87000"/>
                <a:lumOff val="13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90C84-F804-F22A-7F45-11DE7314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A0405E9-3C9C-A987-52A2-64A0479E9922}"/>
              </a:ext>
            </a:extLst>
          </p:cNvPr>
          <p:cNvSpPr txBox="1"/>
          <p:nvPr/>
        </p:nvSpPr>
        <p:spPr>
          <a:xfrm>
            <a:off x="2608869" y="248967"/>
            <a:ext cx="86184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u-HU" sz="6000" b="1" dirty="0">
                <a:latin typeface="Montserrat" panose="00000500000000000000" pitchFamily="2" charset="-18"/>
              </a:rPr>
              <a:t>ELKÉPZELT FEJLESZTÉSEK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AE32F29-827D-983C-A274-DB77E6CE4176}"/>
              </a:ext>
            </a:extLst>
          </p:cNvPr>
          <p:cNvSpPr txBox="1"/>
          <p:nvPr/>
        </p:nvSpPr>
        <p:spPr>
          <a:xfrm>
            <a:off x="497264" y="2558534"/>
            <a:ext cx="6103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🚗 </a:t>
            </a:r>
            <a:r>
              <a:rPr lang="hu-HU" sz="2800" b="1" dirty="0">
                <a:latin typeface="Montserrat" panose="00000500000000000000" pitchFamily="2" charset="-18"/>
              </a:rPr>
              <a:t>Jármű előélet nyilvántartás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2814E06-0C8B-64D6-4D92-5820E3C61C50}"/>
              </a:ext>
            </a:extLst>
          </p:cNvPr>
          <p:cNvSpPr txBox="1"/>
          <p:nvPr/>
        </p:nvSpPr>
        <p:spPr>
          <a:xfrm>
            <a:off x="3033073" y="3246690"/>
            <a:ext cx="73364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🔔 </a:t>
            </a:r>
            <a:r>
              <a:rPr lang="hu-HU" sz="2800" b="1" dirty="0">
                <a:latin typeface="Montserrat" panose="00000500000000000000" pitchFamily="2" charset="-18"/>
              </a:rPr>
              <a:t>Automatikus szerviz emlékeztetők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06ECFF2-3A0A-CAE4-9B99-295DCE4F0200}"/>
              </a:ext>
            </a:extLst>
          </p:cNvPr>
          <p:cNvSpPr txBox="1"/>
          <p:nvPr/>
        </p:nvSpPr>
        <p:spPr>
          <a:xfrm>
            <a:off x="1185420" y="4140485"/>
            <a:ext cx="6103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📊 </a:t>
            </a:r>
            <a:r>
              <a:rPr lang="hu-HU" sz="2800" b="1" dirty="0">
                <a:latin typeface="Montserrat" panose="00000500000000000000" pitchFamily="2" charset="-18"/>
              </a:rPr>
              <a:t>Statisztikák és kimutatások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9A5CA03D-CCBF-3C00-17CB-1E82C78AE811}"/>
              </a:ext>
            </a:extLst>
          </p:cNvPr>
          <p:cNvSpPr txBox="1"/>
          <p:nvPr/>
        </p:nvSpPr>
        <p:spPr>
          <a:xfrm>
            <a:off x="4058240" y="4985458"/>
            <a:ext cx="6103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⭐ </a:t>
            </a:r>
            <a:r>
              <a:rPr lang="hu-HU" sz="2800" b="1" dirty="0">
                <a:latin typeface="Montserrat" panose="00000500000000000000" pitchFamily="2" charset="-18"/>
              </a:rPr>
              <a:t>Felhasználói értékelések</a:t>
            </a:r>
            <a:r>
              <a:rPr lang="hu-HU" sz="2800" dirty="0">
                <a:latin typeface="Montserrat" panose="00000500000000000000" pitchFamily="2" charset="-1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677656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9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0D6B9-E838-9058-5E15-B0F914D9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27035097-DCD4-0019-01E2-7727404A353D}"/>
              </a:ext>
            </a:extLst>
          </p:cNvPr>
          <p:cNvSpPr txBox="1"/>
          <p:nvPr/>
        </p:nvSpPr>
        <p:spPr>
          <a:xfrm>
            <a:off x="3553905" y="200662"/>
            <a:ext cx="61085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6000" b="1" dirty="0">
                <a:latin typeface="Montserrat" panose="00000500000000000000" pitchFamily="2" charset="-18"/>
              </a:rPr>
              <a:t>ÖSSZEGZÉS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5874D9C-3FA2-0C05-71A2-558778D0F696}"/>
              </a:ext>
            </a:extLst>
          </p:cNvPr>
          <p:cNvSpPr txBox="1"/>
          <p:nvPr/>
        </p:nvSpPr>
        <p:spPr>
          <a:xfrm>
            <a:off x="1696593" y="1281100"/>
            <a:ext cx="8798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>
                <a:latin typeface="Montserrat" panose="00000500000000000000" pitchFamily="2" charset="-18"/>
              </a:rPr>
              <a:t>🚗 </a:t>
            </a:r>
            <a:r>
              <a:rPr lang="de-DE" sz="2800" b="1" dirty="0" err="1">
                <a:latin typeface="Montserrat" panose="00000500000000000000" pitchFamily="2" charset="-18"/>
              </a:rPr>
              <a:t>AutoNex</a:t>
            </a:r>
            <a:r>
              <a:rPr lang="de-DE" sz="2800" b="1" dirty="0">
                <a:latin typeface="Montserrat" panose="00000500000000000000" pitchFamily="2" charset="-18"/>
              </a:rPr>
              <a:t> – modern </a:t>
            </a:r>
            <a:r>
              <a:rPr lang="de-DE" sz="2800" b="1" dirty="0" err="1">
                <a:latin typeface="Montserrat" panose="00000500000000000000" pitchFamily="2" charset="-18"/>
              </a:rPr>
              <a:t>járműkezelő</a:t>
            </a:r>
            <a:r>
              <a:rPr lang="de-DE" sz="2800" b="1" dirty="0">
                <a:latin typeface="Montserrat" panose="00000500000000000000" pitchFamily="2" charset="-18"/>
              </a:rPr>
              <a:t> </a:t>
            </a:r>
            <a:r>
              <a:rPr lang="de-DE" sz="2800" b="1" dirty="0" err="1">
                <a:latin typeface="Montserrat" panose="00000500000000000000" pitchFamily="2" charset="-18"/>
              </a:rPr>
              <a:t>rendszer</a:t>
            </a:r>
            <a:endParaRPr lang="hu-HU" sz="2800" dirty="0">
              <a:latin typeface="Montserrat" panose="00000500000000000000" pitchFamily="2" charset="-18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92F8E43-9A80-F7CA-2FA1-E452AF483FB6}"/>
              </a:ext>
            </a:extLst>
          </p:cNvPr>
          <p:cNvSpPr txBox="1"/>
          <p:nvPr/>
        </p:nvSpPr>
        <p:spPr>
          <a:xfrm>
            <a:off x="2580894" y="2566937"/>
            <a:ext cx="67962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✔️ Egyszerű és átlátható használat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090D462-55D8-7682-7DED-A41B3E0A8D0B}"/>
              </a:ext>
            </a:extLst>
          </p:cNvPr>
          <p:cNvSpPr txBox="1"/>
          <p:nvPr/>
        </p:nvSpPr>
        <p:spPr>
          <a:xfrm>
            <a:off x="1908810" y="3448768"/>
            <a:ext cx="8140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✔️ Járművek és hibák kezelése egy helyen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781AB0C-2C29-EEFE-4641-425FE670711C}"/>
              </a:ext>
            </a:extLst>
          </p:cNvPr>
          <p:cNvSpPr txBox="1"/>
          <p:nvPr/>
        </p:nvSpPr>
        <p:spPr>
          <a:xfrm>
            <a:off x="3273552" y="4330599"/>
            <a:ext cx="610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✔️ Gyors időpontfoglalás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B11458DC-5FB7-EA59-7600-0C290054B034}"/>
              </a:ext>
            </a:extLst>
          </p:cNvPr>
          <p:cNvSpPr txBox="1"/>
          <p:nvPr/>
        </p:nvSpPr>
        <p:spPr>
          <a:xfrm>
            <a:off x="2927223" y="5315290"/>
            <a:ext cx="610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800" dirty="0">
                <a:latin typeface="Montserrat" panose="00000500000000000000" pitchFamily="2" charset="-18"/>
              </a:rPr>
              <a:t>✔️ Felhasználóbarát megoldás</a:t>
            </a:r>
          </a:p>
        </p:txBody>
      </p:sp>
    </p:spTree>
    <p:extLst>
      <p:ext uri="{BB962C8B-B14F-4D97-AF65-F5344CB8AC3E}">
        <p14:creationId xmlns:p14="http://schemas.microsoft.com/office/powerpoint/2010/main" val="18368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BDB8D95F-EDFE-19A7-FD5E-C97936F9865B}"/>
              </a:ext>
            </a:extLst>
          </p:cNvPr>
          <p:cNvSpPr txBox="1"/>
          <p:nvPr/>
        </p:nvSpPr>
        <p:spPr>
          <a:xfrm>
            <a:off x="646938" y="2413337"/>
            <a:ext cx="126667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6000" dirty="0">
                <a:latin typeface="Montserrat" panose="00000500000000000000" pitchFamily="2" charset="-18"/>
              </a:rPr>
              <a:t>🙏 </a:t>
            </a:r>
            <a:r>
              <a:rPr lang="hu-HU" sz="6000" b="1" dirty="0">
                <a:latin typeface="Montserrat" panose="00000500000000000000" pitchFamily="2" charset="-18"/>
              </a:rPr>
              <a:t>Köszönjük a figyelmet!</a:t>
            </a:r>
            <a:endParaRPr lang="hu-HU" sz="6000" dirty="0"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813949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zelet">
  <a:themeElements>
    <a:clrScheme name="Szele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1_Szelet">
  <a:themeElements>
    <a:clrScheme name="Szele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Szelet">
  <a:themeElements>
    <a:clrScheme name="Szele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5.xml><?xml version="1.0" encoding="utf-8"?>
<a:theme xmlns:a="http://schemas.openxmlformats.org/drawingml/2006/main" name="3_Szelet">
  <a:themeElements>
    <a:clrScheme name="Szele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6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497</TotalTime>
  <Words>667</Words>
  <Application>Microsoft Office PowerPoint</Application>
  <PresentationFormat>Szélesvásznú</PresentationFormat>
  <Paragraphs>141</Paragraphs>
  <Slides>23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5</vt:i4>
      </vt:variant>
      <vt:variant>
        <vt:lpstr>Diacímek</vt:lpstr>
      </vt:variant>
      <vt:variant>
        <vt:i4>23</vt:i4>
      </vt:variant>
    </vt:vector>
  </HeadingPairs>
  <TitlesOfParts>
    <vt:vector size="36" baseType="lpstr">
      <vt:lpstr>Arial</vt:lpstr>
      <vt:lpstr>Calibri</vt:lpstr>
      <vt:lpstr>Calibri Light</vt:lpstr>
      <vt:lpstr>Century Gothic</vt:lpstr>
      <vt:lpstr>Montserrat</vt:lpstr>
      <vt:lpstr>Segoe UI</vt:lpstr>
      <vt:lpstr>Segoe UIs)</vt:lpstr>
      <vt:lpstr>Wingdings 3</vt:lpstr>
      <vt:lpstr>Szelet</vt:lpstr>
      <vt:lpstr>1_Szelet</vt:lpstr>
      <vt:lpstr>Office-téma</vt:lpstr>
      <vt:lpstr>2_Szelet</vt:lpstr>
      <vt:lpstr>3_Szelet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Máté Szabó</dc:creator>
  <cp:lastModifiedBy>Máté Szabó</cp:lastModifiedBy>
  <cp:revision>1</cp:revision>
  <dcterms:created xsi:type="dcterms:W3CDTF">2026-04-14T13:59:59Z</dcterms:created>
  <dcterms:modified xsi:type="dcterms:W3CDTF">2026-04-21T09:18:53Z</dcterms:modified>
</cp:coreProperties>
</file>